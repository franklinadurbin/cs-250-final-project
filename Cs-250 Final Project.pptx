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6" autoAdjust="0"/>
    <p:restoredTop sz="94660"/>
  </p:normalViewPr>
  <p:slideViewPr>
    <p:cSldViewPr snapToGrid="0">
      <p:cViewPr varScale="1">
        <p:scale>
          <a:sx n="87" d="100"/>
          <a:sy n="87" d="100"/>
        </p:scale>
        <p:origin x="90" y="17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6983A5-EA1D-4CD6-BD50-865ADD9830F8}"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8E4307B3-D46E-41B1-A706-1B0038EAA0A9}">
      <dgm:prSet/>
      <dgm:spPr/>
      <dgm:t>
        <a:bodyPr/>
        <a:lstStyle/>
        <a:p>
          <a:r>
            <a:rPr lang="en-US"/>
            <a:t>Scrum Master</a:t>
          </a:r>
        </a:p>
      </dgm:t>
    </dgm:pt>
    <dgm:pt modelId="{A8735B11-8317-4287-8041-701504E7E0A9}" type="parTrans" cxnId="{93768C9B-EBB2-4858-8A59-85A101EEE02F}">
      <dgm:prSet/>
      <dgm:spPr/>
      <dgm:t>
        <a:bodyPr/>
        <a:lstStyle/>
        <a:p>
          <a:endParaRPr lang="en-US"/>
        </a:p>
      </dgm:t>
    </dgm:pt>
    <dgm:pt modelId="{B385D83C-535F-4AD7-87D0-3743C56CC0E0}" type="sibTrans" cxnId="{93768C9B-EBB2-4858-8A59-85A101EEE02F}">
      <dgm:prSet/>
      <dgm:spPr/>
      <dgm:t>
        <a:bodyPr/>
        <a:lstStyle/>
        <a:p>
          <a:endParaRPr lang="en-US"/>
        </a:p>
      </dgm:t>
    </dgm:pt>
    <dgm:pt modelId="{A20E71D2-374D-4CA3-825F-73118AC0798A}">
      <dgm:prSet/>
      <dgm:spPr/>
      <dgm:t>
        <a:bodyPr/>
        <a:lstStyle/>
        <a:p>
          <a:r>
            <a:rPr lang="en-US"/>
            <a:t>Product Owner</a:t>
          </a:r>
        </a:p>
      </dgm:t>
    </dgm:pt>
    <dgm:pt modelId="{BCCBFAA7-AADD-4B63-80F7-5238FC4BE126}" type="parTrans" cxnId="{87FB1DB3-B8CD-4757-B982-701077CC1B27}">
      <dgm:prSet/>
      <dgm:spPr/>
      <dgm:t>
        <a:bodyPr/>
        <a:lstStyle/>
        <a:p>
          <a:endParaRPr lang="en-US"/>
        </a:p>
      </dgm:t>
    </dgm:pt>
    <dgm:pt modelId="{5952691E-DEDF-43A3-85AE-BC536F7D340A}" type="sibTrans" cxnId="{87FB1DB3-B8CD-4757-B982-701077CC1B27}">
      <dgm:prSet/>
      <dgm:spPr/>
      <dgm:t>
        <a:bodyPr/>
        <a:lstStyle/>
        <a:p>
          <a:endParaRPr lang="en-US"/>
        </a:p>
      </dgm:t>
    </dgm:pt>
    <dgm:pt modelId="{194910F9-830C-4D48-AC7E-53EE0B621475}">
      <dgm:prSet/>
      <dgm:spPr/>
      <dgm:t>
        <a:bodyPr/>
        <a:lstStyle/>
        <a:p>
          <a:r>
            <a:rPr lang="en-US"/>
            <a:t>Developer</a:t>
          </a:r>
        </a:p>
      </dgm:t>
    </dgm:pt>
    <dgm:pt modelId="{E8C504D7-D541-4742-B7A7-6997B57105F2}" type="parTrans" cxnId="{831A1837-6812-4C52-858E-2A4B1B9F32BF}">
      <dgm:prSet/>
      <dgm:spPr/>
      <dgm:t>
        <a:bodyPr/>
        <a:lstStyle/>
        <a:p>
          <a:endParaRPr lang="en-US"/>
        </a:p>
      </dgm:t>
    </dgm:pt>
    <dgm:pt modelId="{DCF80DAA-5B47-42CD-8908-5C4169742EA6}" type="sibTrans" cxnId="{831A1837-6812-4C52-858E-2A4B1B9F32BF}">
      <dgm:prSet/>
      <dgm:spPr/>
      <dgm:t>
        <a:bodyPr/>
        <a:lstStyle/>
        <a:p>
          <a:endParaRPr lang="en-US"/>
        </a:p>
      </dgm:t>
    </dgm:pt>
    <dgm:pt modelId="{DD238292-6D5D-45DC-902A-1980BFB2978E}">
      <dgm:prSet/>
      <dgm:spPr/>
      <dgm:t>
        <a:bodyPr/>
        <a:lstStyle/>
        <a:p>
          <a:r>
            <a:rPr lang="en-US"/>
            <a:t>Tester</a:t>
          </a:r>
        </a:p>
      </dgm:t>
    </dgm:pt>
    <dgm:pt modelId="{A214FB43-B6E2-4E01-B296-773550DA022E}" type="parTrans" cxnId="{7972E9D0-6F6F-45FA-8371-C49CA3AE5B92}">
      <dgm:prSet/>
      <dgm:spPr/>
      <dgm:t>
        <a:bodyPr/>
        <a:lstStyle/>
        <a:p>
          <a:endParaRPr lang="en-US"/>
        </a:p>
      </dgm:t>
    </dgm:pt>
    <dgm:pt modelId="{2E9CF9F8-FA0A-40A8-B619-924722FBE54F}" type="sibTrans" cxnId="{7972E9D0-6F6F-45FA-8371-C49CA3AE5B92}">
      <dgm:prSet/>
      <dgm:spPr/>
      <dgm:t>
        <a:bodyPr/>
        <a:lstStyle/>
        <a:p>
          <a:endParaRPr lang="en-US"/>
        </a:p>
      </dgm:t>
    </dgm:pt>
    <dgm:pt modelId="{31827F32-2ECC-448A-B3AB-21A61F558284}" type="pres">
      <dgm:prSet presAssocID="{A16983A5-EA1D-4CD6-BD50-865ADD9830F8}" presName="vert0" presStyleCnt="0">
        <dgm:presLayoutVars>
          <dgm:dir/>
          <dgm:animOne val="branch"/>
          <dgm:animLvl val="lvl"/>
        </dgm:presLayoutVars>
      </dgm:prSet>
      <dgm:spPr/>
    </dgm:pt>
    <dgm:pt modelId="{6D0D608B-A5DF-44F8-97ED-D6AA9F750F1E}" type="pres">
      <dgm:prSet presAssocID="{8E4307B3-D46E-41B1-A706-1B0038EAA0A9}" presName="thickLine" presStyleLbl="alignNode1" presStyleIdx="0" presStyleCnt="4"/>
      <dgm:spPr/>
    </dgm:pt>
    <dgm:pt modelId="{4E6B8AB8-D60F-4A21-B615-DACC96EADD73}" type="pres">
      <dgm:prSet presAssocID="{8E4307B3-D46E-41B1-A706-1B0038EAA0A9}" presName="horz1" presStyleCnt="0"/>
      <dgm:spPr/>
    </dgm:pt>
    <dgm:pt modelId="{BF7A44ED-8568-44DE-942B-5116BC58876C}" type="pres">
      <dgm:prSet presAssocID="{8E4307B3-D46E-41B1-A706-1B0038EAA0A9}" presName="tx1" presStyleLbl="revTx" presStyleIdx="0" presStyleCnt="4"/>
      <dgm:spPr/>
    </dgm:pt>
    <dgm:pt modelId="{F3CE6452-BD35-4772-B986-F2C8D3C556A9}" type="pres">
      <dgm:prSet presAssocID="{8E4307B3-D46E-41B1-A706-1B0038EAA0A9}" presName="vert1" presStyleCnt="0"/>
      <dgm:spPr/>
    </dgm:pt>
    <dgm:pt modelId="{D0BBA3B9-6381-4BDE-9940-3460E924B642}" type="pres">
      <dgm:prSet presAssocID="{A20E71D2-374D-4CA3-825F-73118AC0798A}" presName="thickLine" presStyleLbl="alignNode1" presStyleIdx="1" presStyleCnt="4"/>
      <dgm:spPr/>
    </dgm:pt>
    <dgm:pt modelId="{F15869CB-A2EA-4649-800A-902455C747E9}" type="pres">
      <dgm:prSet presAssocID="{A20E71D2-374D-4CA3-825F-73118AC0798A}" presName="horz1" presStyleCnt="0"/>
      <dgm:spPr/>
    </dgm:pt>
    <dgm:pt modelId="{F71181F7-4A3D-45DF-81D4-6220615ABF4E}" type="pres">
      <dgm:prSet presAssocID="{A20E71D2-374D-4CA3-825F-73118AC0798A}" presName="tx1" presStyleLbl="revTx" presStyleIdx="1" presStyleCnt="4"/>
      <dgm:spPr/>
    </dgm:pt>
    <dgm:pt modelId="{53F07EF1-F44C-4358-BDE3-36E067AEE4D8}" type="pres">
      <dgm:prSet presAssocID="{A20E71D2-374D-4CA3-825F-73118AC0798A}" presName="vert1" presStyleCnt="0"/>
      <dgm:spPr/>
    </dgm:pt>
    <dgm:pt modelId="{96F69E13-8B18-4833-95BC-A2757C863DA8}" type="pres">
      <dgm:prSet presAssocID="{194910F9-830C-4D48-AC7E-53EE0B621475}" presName="thickLine" presStyleLbl="alignNode1" presStyleIdx="2" presStyleCnt="4"/>
      <dgm:spPr/>
    </dgm:pt>
    <dgm:pt modelId="{687C1991-2660-49C1-AD25-2DCC96EBC076}" type="pres">
      <dgm:prSet presAssocID="{194910F9-830C-4D48-AC7E-53EE0B621475}" presName="horz1" presStyleCnt="0"/>
      <dgm:spPr/>
    </dgm:pt>
    <dgm:pt modelId="{0B84379C-4B43-40EA-918E-E0C88EFEAF93}" type="pres">
      <dgm:prSet presAssocID="{194910F9-830C-4D48-AC7E-53EE0B621475}" presName="tx1" presStyleLbl="revTx" presStyleIdx="2" presStyleCnt="4"/>
      <dgm:spPr/>
    </dgm:pt>
    <dgm:pt modelId="{EF6C21E3-45C6-480A-B93F-F9676D9344EC}" type="pres">
      <dgm:prSet presAssocID="{194910F9-830C-4D48-AC7E-53EE0B621475}" presName="vert1" presStyleCnt="0"/>
      <dgm:spPr/>
    </dgm:pt>
    <dgm:pt modelId="{CAC79D1A-40FD-411D-86C3-5836236E7B8C}" type="pres">
      <dgm:prSet presAssocID="{DD238292-6D5D-45DC-902A-1980BFB2978E}" presName="thickLine" presStyleLbl="alignNode1" presStyleIdx="3" presStyleCnt="4"/>
      <dgm:spPr/>
    </dgm:pt>
    <dgm:pt modelId="{7EB26B84-3E51-4D39-A839-7F007E626FA1}" type="pres">
      <dgm:prSet presAssocID="{DD238292-6D5D-45DC-902A-1980BFB2978E}" presName="horz1" presStyleCnt="0"/>
      <dgm:spPr/>
    </dgm:pt>
    <dgm:pt modelId="{E6A3C1C9-E200-4C04-8D16-4FC430624392}" type="pres">
      <dgm:prSet presAssocID="{DD238292-6D5D-45DC-902A-1980BFB2978E}" presName="tx1" presStyleLbl="revTx" presStyleIdx="3" presStyleCnt="4"/>
      <dgm:spPr/>
    </dgm:pt>
    <dgm:pt modelId="{4E80E2B5-AA65-45B6-A3DA-81B5414BED05}" type="pres">
      <dgm:prSet presAssocID="{DD238292-6D5D-45DC-902A-1980BFB2978E}" presName="vert1" presStyleCnt="0"/>
      <dgm:spPr/>
    </dgm:pt>
  </dgm:ptLst>
  <dgm:cxnLst>
    <dgm:cxn modelId="{3A7EA204-4871-45A8-9956-CF90D897CBA5}" type="presOf" srcId="{A20E71D2-374D-4CA3-825F-73118AC0798A}" destId="{F71181F7-4A3D-45DF-81D4-6220615ABF4E}" srcOrd="0" destOrd="0" presId="urn:microsoft.com/office/officeart/2008/layout/LinedList"/>
    <dgm:cxn modelId="{831A1837-6812-4C52-858E-2A4B1B9F32BF}" srcId="{A16983A5-EA1D-4CD6-BD50-865ADD9830F8}" destId="{194910F9-830C-4D48-AC7E-53EE0B621475}" srcOrd="2" destOrd="0" parTransId="{E8C504D7-D541-4742-B7A7-6997B57105F2}" sibTransId="{DCF80DAA-5B47-42CD-8908-5C4169742EA6}"/>
    <dgm:cxn modelId="{62472D57-790E-4EC5-8C31-DA5A1B20E2D0}" type="presOf" srcId="{194910F9-830C-4D48-AC7E-53EE0B621475}" destId="{0B84379C-4B43-40EA-918E-E0C88EFEAF93}" srcOrd="0" destOrd="0" presId="urn:microsoft.com/office/officeart/2008/layout/LinedList"/>
    <dgm:cxn modelId="{BD1F8A8C-923C-40C8-8708-A6F46316297C}" type="presOf" srcId="{DD238292-6D5D-45DC-902A-1980BFB2978E}" destId="{E6A3C1C9-E200-4C04-8D16-4FC430624392}" srcOrd="0" destOrd="0" presId="urn:microsoft.com/office/officeart/2008/layout/LinedList"/>
    <dgm:cxn modelId="{93768C9B-EBB2-4858-8A59-85A101EEE02F}" srcId="{A16983A5-EA1D-4CD6-BD50-865ADD9830F8}" destId="{8E4307B3-D46E-41B1-A706-1B0038EAA0A9}" srcOrd="0" destOrd="0" parTransId="{A8735B11-8317-4287-8041-701504E7E0A9}" sibTransId="{B385D83C-535F-4AD7-87D0-3743C56CC0E0}"/>
    <dgm:cxn modelId="{FABF66B1-5527-4522-855D-5BA15FB69E14}" type="presOf" srcId="{A16983A5-EA1D-4CD6-BD50-865ADD9830F8}" destId="{31827F32-2ECC-448A-B3AB-21A61F558284}" srcOrd="0" destOrd="0" presId="urn:microsoft.com/office/officeart/2008/layout/LinedList"/>
    <dgm:cxn modelId="{87FB1DB3-B8CD-4757-B982-701077CC1B27}" srcId="{A16983A5-EA1D-4CD6-BD50-865ADD9830F8}" destId="{A20E71D2-374D-4CA3-825F-73118AC0798A}" srcOrd="1" destOrd="0" parTransId="{BCCBFAA7-AADD-4B63-80F7-5238FC4BE126}" sibTransId="{5952691E-DEDF-43A3-85AE-BC536F7D340A}"/>
    <dgm:cxn modelId="{7972E9D0-6F6F-45FA-8371-C49CA3AE5B92}" srcId="{A16983A5-EA1D-4CD6-BD50-865ADD9830F8}" destId="{DD238292-6D5D-45DC-902A-1980BFB2978E}" srcOrd="3" destOrd="0" parTransId="{A214FB43-B6E2-4E01-B296-773550DA022E}" sibTransId="{2E9CF9F8-FA0A-40A8-B619-924722FBE54F}"/>
    <dgm:cxn modelId="{C6731FD5-89A3-40B9-AB30-D5B52F48BE36}" type="presOf" srcId="{8E4307B3-D46E-41B1-A706-1B0038EAA0A9}" destId="{BF7A44ED-8568-44DE-942B-5116BC58876C}" srcOrd="0" destOrd="0" presId="urn:microsoft.com/office/officeart/2008/layout/LinedList"/>
    <dgm:cxn modelId="{E001F16B-A650-49DE-B509-2E87E7042849}" type="presParOf" srcId="{31827F32-2ECC-448A-B3AB-21A61F558284}" destId="{6D0D608B-A5DF-44F8-97ED-D6AA9F750F1E}" srcOrd="0" destOrd="0" presId="urn:microsoft.com/office/officeart/2008/layout/LinedList"/>
    <dgm:cxn modelId="{630D041B-5C6C-49F3-8E43-23C33C4F14B7}" type="presParOf" srcId="{31827F32-2ECC-448A-B3AB-21A61F558284}" destId="{4E6B8AB8-D60F-4A21-B615-DACC96EADD73}" srcOrd="1" destOrd="0" presId="urn:microsoft.com/office/officeart/2008/layout/LinedList"/>
    <dgm:cxn modelId="{2938279C-3FC7-4984-8F69-C2DAEC7BAAA5}" type="presParOf" srcId="{4E6B8AB8-D60F-4A21-B615-DACC96EADD73}" destId="{BF7A44ED-8568-44DE-942B-5116BC58876C}" srcOrd="0" destOrd="0" presId="urn:microsoft.com/office/officeart/2008/layout/LinedList"/>
    <dgm:cxn modelId="{9AAD6FCC-D10A-401B-A621-182FC2A1E0FE}" type="presParOf" srcId="{4E6B8AB8-D60F-4A21-B615-DACC96EADD73}" destId="{F3CE6452-BD35-4772-B986-F2C8D3C556A9}" srcOrd="1" destOrd="0" presId="urn:microsoft.com/office/officeart/2008/layout/LinedList"/>
    <dgm:cxn modelId="{7BDD566A-4EEB-491B-90E1-6955D3E27044}" type="presParOf" srcId="{31827F32-2ECC-448A-B3AB-21A61F558284}" destId="{D0BBA3B9-6381-4BDE-9940-3460E924B642}" srcOrd="2" destOrd="0" presId="urn:microsoft.com/office/officeart/2008/layout/LinedList"/>
    <dgm:cxn modelId="{DEC92744-0CB6-489D-82A6-E938B93FC649}" type="presParOf" srcId="{31827F32-2ECC-448A-B3AB-21A61F558284}" destId="{F15869CB-A2EA-4649-800A-902455C747E9}" srcOrd="3" destOrd="0" presId="urn:microsoft.com/office/officeart/2008/layout/LinedList"/>
    <dgm:cxn modelId="{46F2B28A-1AD3-4507-9047-CEAB40DEDBE5}" type="presParOf" srcId="{F15869CB-A2EA-4649-800A-902455C747E9}" destId="{F71181F7-4A3D-45DF-81D4-6220615ABF4E}" srcOrd="0" destOrd="0" presId="urn:microsoft.com/office/officeart/2008/layout/LinedList"/>
    <dgm:cxn modelId="{40935D6B-11D4-434B-AF76-A7A2279FCFB8}" type="presParOf" srcId="{F15869CB-A2EA-4649-800A-902455C747E9}" destId="{53F07EF1-F44C-4358-BDE3-36E067AEE4D8}" srcOrd="1" destOrd="0" presId="urn:microsoft.com/office/officeart/2008/layout/LinedList"/>
    <dgm:cxn modelId="{77FC3EB8-4216-4A3A-AB60-4A69A622F0AC}" type="presParOf" srcId="{31827F32-2ECC-448A-B3AB-21A61F558284}" destId="{96F69E13-8B18-4833-95BC-A2757C863DA8}" srcOrd="4" destOrd="0" presId="urn:microsoft.com/office/officeart/2008/layout/LinedList"/>
    <dgm:cxn modelId="{4B236DE6-422E-46FC-AE77-9ABD6627460E}" type="presParOf" srcId="{31827F32-2ECC-448A-B3AB-21A61F558284}" destId="{687C1991-2660-49C1-AD25-2DCC96EBC076}" srcOrd="5" destOrd="0" presId="urn:microsoft.com/office/officeart/2008/layout/LinedList"/>
    <dgm:cxn modelId="{1E9B5A9D-C39B-4032-B908-472C40F266F6}" type="presParOf" srcId="{687C1991-2660-49C1-AD25-2DCC96EBC076}" destId="{0B84379C-4B43-40EA-918E-E0C88EFEAF93}" srcOrd="0" destOrd="0" presId="urn:microsoft.com/office/officeart/2008/layout/LinedList"/>
    <dgm:cxn modelId="{E7BAE14E-EEC5-44A7-A398-7F764C4FBC77}" type="presParOf" srcId="{687C1991-2660-49C1-AD25-2DCC96EBC076}" destId="{EF6C21E3-45C6-480A-B93F-F9676D9344EC}" srcOrd="1" destOrd="0" presId="urn:microsoft.com/office/officeart/2008/layout/LinedList"/>
    <dgm:cxn modelId="{A2BF65AB-0896-4921-B2D6-1437DBF8DBAC}" type="presParOf" srcId="{31827F32-2ECC-448A-B3AB-21A61F558284}" destId="{CAC79D1A-40FD-411D-86C3-5836236E7B8C}" srcOrd="6" destOrd="0" presId="urn:microsoft.com/office/officeart/2008/layout/LinedList"/>
    <dgm:cxn modelId="{40A9E401-B8E0-4304-B20C-EAA64AD30466}" type="presParOf" srcId="{31827F32-2ECC-448A-B3AB-21A61F558284}" destId="{7EB26B84-3E51-4D39-A839-7F007E626FA1}" srcOrd="7" destOrd="0" presId="urn:microsoft.com/office/officeart/2008/layout/LinedList"/>
    <dgm:cxn modelId="{DA75AA1A-F18A-4811-9247-543FB16A2BB9}" type="presParOf" srcId="{7EB26B84-3E51-4D39-A839-7F007E626FA1}" destId="{E6A3C1C9-E200-4C04-8D16-4FC430624392}" srcOrd="0" destOrd="0" presId="urn:microsoft.com/office/officeart/2008/layout/LinedList"/>
    <dgm:cxn modelId="{AD39D0EC-E005-4A06-A1B6-A7C0514A9CD6}" type="presParOf" srcId="{7EB26B84-3E51-4D39-A839-7F007E626FA1}" destId="{4E80E2B5-AA65-45B6-A3DA-81B5414BED0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0D608B-A5DF-44F8-97ED-D6AA9F750F1E}">
      <dsp:nvSpPr>
        <dsp:cNvPr id="0" name=""/>
        <dsp:cNvSpPr/>
      </dsp:nvSpPr>
      <dsp:spPr>
        <a:xfrm>
          <a:off x="0" y="0"/>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7A44ED-8568-44DE-942B-5116BC58876C}">
      <dsp:nvSpPr>
        <dsp:cNvPr id="0" name=""/>
        <dsp:cNvSpPr/>
      </dsp:nvSpPr>
      <dsp:spPr>
        <a:xfrm>
          <a:off x="0" y="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3840" tIns="243840" rIns="243840" bIns="243840" numCol="1" spcCol="1270" anchor="t" anchorCtr="0">
          <a:noAutofit/>
        </a:bodyPr>
        <a:lstStyle/>
        <a:p>
          <a:pPr marL="0" lvl="0" indent="0" algn="l" defTabSz="2844800">
            <a:lnSpc>
              <a:spcPct val="90000"/>
            </a:lnSpc>
            <a:spcBef>
              <a:spcPct val="0"/>
            </a:spcBef>
            <a:spcAft>
              <a:spcPct val="35000"/>
            </a:spcAft>
            <a:buNone/>
          </a:pPr>
          <a:r>
            <a:rPr lang="en-US" sz="6400" kern="1200"/>
            <a:t>Scrum Master</a:t>
          </a:r>
        </a:p>
      </dsp:txBody>
      <dsp:txXfrm>
        <a:off x="0" y="0"/>
        <a:ext cx="6900512" cy="1384035"/>
      </dsp:txXfrm>
    </dsp:sp>
    <dsp:sp modelId="{D0BBA3B9-6381-4BDE-9940-3460E924B642}">
      <dsp:nvSpPr>
        <dsp:cNvPr id="0" name=""/>
        <dsp:cNvSpPr/>
      </dsp:nvSpPr>
      <dsp:spPr>
        <a:xfrm>
          <a:off x="0" y="1384035"/>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1181F7-4A3D-45DF-81D4-6220615ABF4E}">
      <dsp:nvSpPr>
        <dsp:cNvPr id="0" name=""/>
        <dsp:cNvSpPr/>
      </dsp:nvSpPr>
      <dsp:spPr>
        <a:xfrm>
          <a:off x="0" y="138403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3840" tIns="243840" rIns="243840" bIns="243840" numCol="1" spcCol="1270" anchor="t" anchorCtr="0">
          <a:noAutofit/>
        </a:bodyPr>
        <a:lstStyle/>
        <a:p>
          <a:pPr marL="0" lvl="0" indent="0" algn="l" defTabSz="2844800">
            <a:lnSpc>
              <a:spcPct val="90000"/>
            </a:lnSpc>
            <a:spcBef>
              <a:spcPct val="0"/>
            </a:spcBef>
            <a:spcAft>
              <a:spcPct val="35000"/>
            </a:spcAft>
            <a:buNone/>
          </a:pPr>
          <a:r>
            <a:rPr lang="en-US" sz="6400" kern="1200"/>
            <a:t>Product Owner</a:t>
          </a:r>
        </a:p>
      </dsp:txBody>
      <dsp:txXfrm>
        <a:off x="0" y="1384035"/>
        <a:ext cx="6900512" cy="1384035"/>
      </dsp:txXfrm>
    </dsp:sp>
    <dsp:sp modelId="{96F69E13-8B18-4833-95BC-A2757C863DA8}">
      <dsp:nvSpPr>
        <dsp:cNvPr id="0" name=""/>
        <dsp:cNvSpPr/>
      </dsp:nvSpPr>
      <dsp:spPr>
        <a:xfrm>
          <a:off x="0" y="2768070"/>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84379C-4B43-40EA-918E-E0C88EFEAF93}">
      <dsp:nvSpPr>
        <dsp:cNvPr id="0" name=""/>
        <dsp:cNvSpPr/>
      </dsp:nvSpPr>
      <dsp:spPr>
        <a:xfrm>
          <a:off x="0" y="276807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3840" tIns="243840" rIns="243840" bIns="243840" numCol="1" spcCol="1270" anchor="t" anchorCtr="0">
          <a:noAutofit/>
        </a:bodyPr>
        <a:lstStyle/>
        <a:p>
          <a:pPr marL="0" lvl="0" indent="0" algn="l" defTabSz="2844800">
            <a:lnSpc>
              <a:spcPct val="90000"/>
            </a:lnSpc>
            <a:spcBef>
              <a:spcPct val="0"/>
            </a:spcBef>
            <a:spcAft>
              <a:spcPct val="35000"/>
            </a:spcAft>
            <a:buNone/>
          </a:pPr>
          <a:r>
            <a:rPr lang="en-US" sz="6400" kern="1200"/>
            <a:t>Developer</a:t>
          </a:r>
        </a:p>
      </dsp:txBody>
      <dsp:txXfrm>
        <a:off x="0" y="2768070"/>
        <a:ext cx="6900512" cy="1384035"/>
      </dsp:txXfrm>
    </dsp:sp>
    <dsp:sp modelId="{CAC79D1A-40FD-411D-86C3-5836236E7B8C}">
      <dsp:nvSpPr>
        <dsp:cNvPr id="0" name=""/>
        <dsp:cNvSpPr/>
      </dsp:nvSpPr>
      <dsp:spPr>
        <a:xfrm>
          <a:off x="0" y="4152105"/>
          <a:ext cx="690051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A3C1C9-E200-4C04-8D16-4FC430624392}">
      <dsp:nvSpPr>
        <dsp:cNvPr id="0" name=""/>
        <dsp:cNvSpPr/>
      </dsp:nvSpPr>
      <dsp:spPr>
        <a:xfrm>
          <a:off x="0" y="415210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3840" tIns="243840" rIns="243840" bIns="243840" numCol="1" spcCol="1270" anchor="t" anchorCtr="0">
          <a:noAutofit/>
        </a:bodyPr>
        <a:lstStyle/>
        <a:p>
          <a:pPr marL="0" lvl="0" indent="0" algn="l" defTabSz="2844800">
            <a:lnSpc>
              <a:spcPct val="90000"/>
            </a:lnSpc>
            <a:spcBef>
              <a:spcPct val="0"/>
            </a:spcBef>
            <a:spcAft>
              <a:spcPct val="35000"/>
            </a:spcAft>
            <a:buNone/>
          </a:pPr>
          <a:r>
            <a:rPr lang="en-US" sz="6400" kern="1200"/>
            <a:t>Tester</a:t>
          </a:r>
        </a:p>
      </dsp:txBody>
      <dsp:txXfrm>
        <a:off x="0" y="4152105"/>
        <a:ext cx="6900512" cy="138403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E886C-123A-4B78-823F-6E4ADD443C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F30EC8-D053-4ECA-87E2-15152E5C22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FA539A-5F81-4062-98F7-1B557B38A138}"/>
              </a:ext>
            </a:extLst>
          </p:cNvPr>
          <p:cNvSpPr>
            <a:spLocks noGrp="1"/>
          </p:cNvSpPr>
          <p:nvPr>
            <p:ph type="dt" sz="half" idx="10"/>
          </p:nvPr>
        </p:nvSpPr>
        <p:spPr/>
        <p:txBody>
          <a:bodyPr/>
          <a:lstStyle/>
          <a:p>
            <a:fld id="{1F22F4A6-07CD-4989-98F6-30FA5F993378}" type="datetimeFigureOut">
              <a:rPr lang="en-US" smtClean="0"/>
              <a:t>8/16/2021</a:t>
            </a:fld>
            <a:endParaRPr lang="en-US"/>
          </a:p>
        </p:txBody>
      </p:sp>
      <p:sp>
        <p:nvSpPr>
          <p:cNvPr id="5" name="Footer Placeholder 4">
            <a:extLst>
              <a:ext uri="{FF2B5EF4-FFF2-40B4-BE49-F238E27FC236}">
                <a16:creationId xmlns:a16="http://schemas.microsoft.com/office/drawing/2014/main" id="{E226C4A5-5776-4762-A064-98B77FDD97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ED8B93-0239-42B4-88DE-CD10B91809AB}"/>
              </a:ext>
            </a:extLst>
          </p:cNvPr>
          <p:cNvSpPr>
            <a:spLocks noGrp="1"/>
          </p:cNvSpPr>
          <p:nvPr>
            <p:ph type="sldNum" sz="quarter" idx="12"/>
          </p:nvPr>
        </p:nvSpPr>
        <p:spPr/>
        <p:txBody>
          <a:bodyPr/>
          <a:lstStyle/>
          <a:p>
            <a:fld id="{CBE6CD4F-5B2C-4D00-9975-A8B01D13F508}" type="slidenum">
              <a:rPr lang="en-US" smtClean="0"/>
              <a:t>‹#›</a:t>
            </a:fld>
            <a:endParaRPr lang="en-US"/>
          </a:p>
        </p:txBody>
      </p:sp>
    </p:spTree>
    <p:extLst>
      <p:ext uri="{BB962C8B-B14F-4D97-AF65-F5344CB8AC3E}">
        <p14:creationId xmlns:p14="http://schemas.microsoft.com/office/powerpoint/2010/main" val="1816519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70F53-43A6-4298-B941-52D6C36DE5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D07B1F-BB71-4151-B436-E8A4FBFF65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B325D-21F6-473F-8E76-E72E1E22169E}"/>
              </a:ext>
            </a:extLst>
          </p:cNvPr>
          <p:cNvSpPr>
            <a:spLocks noGrp="1"/>
          </p:cNvSpPr>
          <p:nvPr>
            <p:ph type="dt" sz="half" idx="10"/>
          </p:nvPr>
        </p:nvSpPr>
        <p:spPr/>
        <p:txBody>
          <a:bodyPr/>
          <a:lstStyle/>
          <a:p>
            <a:fld id="{1F22F4A6-07CD-4989-98F6-30FA5F993378}" type="datetimeFigureOut">
              <a:rPr lang="en-US" smtClean="0"/>
              <a:t>8/16/2021</a:t>
            </a:fld>
            <a:endParaRPr lang="en-US"/>
          </a:p>
        </p:txBody>
      </p:sp>
      <p:sp>
        <p:nvSpPr>
          <p:cNvPr id="5" name="Footer Placeholder 4">
            <a:extLst>
              <a:ext uri="{FF2B5EF4-FFF2-40B4-BE49-F238E27FC236}">
                <a16:creationId xmlns:a16="http://schemas.microsoft.com/office/drawing/2014/main" id="{D132C1D3-FA44-4921-9552-7D873689E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8FDFA8-D242-4C32-8035-B836C00AB5C8}"/>
              </a:ext>
            </a:extLst>
          </p:cNvPr>
          <p:cNvSpPr>
            <a:spLocks noGrp="1"/>
          </p:cNvSpPr>
          <p:nvPr>
            <p:ph type="sldNum" sz="quarter" idx="12"/>
          </p:nvPr>
        </p:nvSpPr>
        <p:spPr/>
        <p:txBody>
          <a:bodyPr/>
          <a:lstStyle/>
          <a:p>
            <a:fld id="{CBE6CD4F-5B2C-4D00-9975-A8B01D13F508}" type="slidenum">
              <a:rPr lang="en-US" smtClean="0"/>
              <a:t>‹#›</a:t>
            </a:fld>
            <a:endParaRPr lang="en-US"/>
          </a:p>
        </p:txBody>
      </p:sp>
    </p:spTree>
    <p:extLst>
      <p:ext uri="{BB962C8B-B14F-4D97-AF65-F5344CB8AC3E}">
        <p14:creationId xmlns:p14="http://schemas.microsoft.com/office/powerpoint/2010/main" val="2025291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6B0F6-078A-4425-B143-23C75DB697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833E38-F792-4704-9845-A9BD8DDB03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F5E0A4-61EA-4CC8-881F-0AF6651BDC8B}"/>
              </a:ext>
            </a:extLst>
          </p:cNvPr>
          <p:cNvSpPr>
            <a:spLocks noGrp="1"/>
          </p:cNvSpPr>
          <p:nvPr>
            <p:ph type="dt" sz="half" idx="10"/>
          </p:nvPr>
        </p:nvSpPr>
        <p:spPr/>
        <p:txBody>
          <a:bodyPr/>
          <a:lstStyle/>
          <a:p>
            <a:fld id="{1F22F4A6-07CD-4989-98F6-30FA5F993378}" type="datetimeFigureOut">
              <a:rPr lang="en-US" smtClean="0"/>
              <a:t>8/16/2021</a:t>
            </a:fld>
            <a:endParaRPr lang="en-US"/>
          </a:p>
        </p:txBody>
      </p:sp>
      <p:sp>
        <p:nvSpPr>
          <p:cNvPr id="5" name="Footer Placeholder 4">
            <a:extLst>
              <a:ext uri="{FF2B5EF4-FFF2-40B4-BE49-F238E27FC236}">
                <a16:creationId xmlns:a16="http://schemas.microsoft.com/office/drawing/2014/main" id="{E8392215-62EB-4A90-8345-8B0ED92933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4DDD1F-564A-4803-8524-ED198E4F1C86}"/>
              </a:ext>
            </a:extLst>
          </p:cNvPr>
          <p:cNvSpPr>
            <a:spLocks noGrp="1"/>
          </p:cNvSpPr>
          <p:nvPr>
            <p:ph type="sldNum" sz="quarter" idx="12"/>
          </p:nvPr>
        </p:nvSpPr>
        <p:spPr/>
        <p:txBody>
          <a:bodyPr/>
          <a:lstStyle/>
          <a:p>
            <a:fld id="{CBE6CD4F-5B2C-4D00-9975-A8B01D13F508}" type="slidenum">
              <a:rPr lang="en-US" smtClean="0"/>
              <a:t>‹#›</a:t>
            </a:fld>
            <a:endParaRPr lang="en-US"/>
          </a:p>
        </p:txBody>
      </p:sp>
    </p:spTree>
    <p:extLst>
      <p:ext uri="{BB962C8B-B14F-4D97-AF65-F5344CB8AC3E}">
        <p14:creationId xmlns:p14="http://schemas.microsoft.com/office/powerpoint/2010/main" val="1924786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27716-8F23-4379-8FFA-0E60A544A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9769C3-C5E3-40AF-B6F1-FA54FA8A38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C61AA4-00C2-4E88-889B-51BD46863F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ADA8EC-083D-466B-9527-AEA5BF9C4F20}"/>
              </a:ext>
            </a:extLst>
          </p:cNvPr>
          <p:cNvSpPr>
            <a:spLocks noGrp="1"/>
          </p:cNvSpPr>
          <p:nvPr>
            <p:ph type="dt" sz="half" idx="10"/>
          </p:nvPr>
        </p:nvSpPr>
        <p:spPr/>
        <p:txBody>
          <a:bodyPr/>
          <a:lstStyle/>
          <a:p>
            <a:fld id="{1F22F4A6-07CD-4989-98F6-30FA5F993378}" type="datetimeFigureOut">
              <a:rPr lang="en-US" smtClean="0"/>
              <a:t>8/16/2021</a:t>
            </a:fld>
            <a:endParaRPr lang="en-US"/>
          </a:p>
        </p:txBody>
      </p:sp>
      <p:sp>
        <p:nvSpPr>
          <p:cNvPr id="6" name="Footer Placeholder 5">
            <a:extLst>
              <a:ext uri="{FF2B5EF4-FFF2-40B4-BE49-F238E27FC236}">
                <a16:creationId xmlns:a16="http://schemas.microsoft.com/office/drawing/2014/main" id="{277A54B1-6BF9-4309-B442-DC677D9EC5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99A15A-D8AB-4B6E-A098-B561C9C8B43F}"/>
              </a:ext>
            </a:extLst>
          </p:cNvPr>
          <p:cNvSpPr>
            <a:spLocks noGrp="1"/>
          </p:cNvSpPr>
          <p:nvPr>
            <p:ph type="sldNum" sz="quarter" idx="12"/>
          </p:nvPr>
        </p:nvSpPr>
        <p:spPr/>
        <p:txBody>
          <a:bodyPr/>
          <a:lstStyle/>
          <a:p>
            <a:fld id="{CBE6CD4F-5B2C-4D00-9975-A8B01D13F508}" type="slidenum">
              <a:rPr lang="en-US" smtClean="0"/>
              <a:t>‹#›</a:t>
            </a:fld>
            <a:endParaRPr lang="en-US"/>
          </a:p>
        </p:txBody>
      </p:sp>
    </p:spTree>
    <p:extLst>
      <p:ext uri="{BB962C8B-B14F-4D97-AF65-F5344CB8AC3E}">
        <p14:creationId xmlns:p14="http://schemas.microsoft.com/office/powerpoint/2010/main" val="3805235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EBCD8-BCB4-4223-8418-5D8A10EB97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652E40-B4D9-4C18-AEE5-F359E37B34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C24E4B-1429-456E-9F3A-1496CB3DC2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E63344-D780-499A-B7ED-6AEEB5B8D6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EEFDAF-45A5-41A1-88DB-5C58697EA3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5BFFF5-F69A-460C-9076-0FAD647F7D83}"/>
              </a:ext>
            </a:extLst>
          </p:cNvPr>
          <p:cNvSpPr>
            <a:spLocks noGrp="1"/>
          </p:cNvSpPr>
          <p:nvPr>
            <p:ph type="dt" sz="half" idx="10"/>
          </p:nvPr>
        </p:nvSpPr>
        <p:spPr/>
        <p:txBody>
          <a:bodyPr/>
          <a:lstStyle/>
          <a:p>
            <a:fld id="{1F22F4A6-07CD-4989-98F6-30FA5F993378}" type="datetimeFigureOut">
              <a:rPr lang="en-US" smtClean="0"/>
              <a:t>8/16/2021</a:t>
            </a:fld>
            <a:endParaRPr lang="en-US"/>
          </a:p>
        </p:txBody>
      </p:sp>
      <p:sp>
        <p:nvSpPr>
          <p:cNvPr id="8" name="Footer Placeholder 7">
            <a:extLst>
              <a:ext uri="{FF2B5EF4-FFF2-40B4-BE49-F238E27FC236}">
                <a16:creationId xmlns:a16="http://schemas.microsoft.com/office/drawing/2014/main" id="{9339AE3F-471E-4B63-9CBF-E5A206A64A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1C0D0D-8FEF-4595-ABE2-EDD0B86BF906}"/>
              </a:ext>
            </a:extLst>
          </p:cNvPr>
          <p:cNvSpPr>
            <a:spLocks noGrp="1"/>
          </p:cNvSpPr>
          <p:nvPr>
            <p:ph type="sldNum" sz="quarter" idx="12"/>
          </p:nvPr>
        </p:nvSpPr>
        <p:spPr/>
        <p:txBody>
          <a:bodyPr/>
          <a:lstStyle/>
          <a:p>
            <a:fld id="{CBE6CD4F-5B2C-4D00-9975-A8B01D13F508}" type="slidenum">
              <a:rPr lang="en-US" smtClean="0"/>
              <a:t>‹#›</a:t>
            </a:fld>
            <a:endParaRPr lang="en-US"/>
          </a:p>
        </p:txBody>
      </p:sp>
    </p:spTree>
    <p:extLst>
      <p:ext uri="{BB962C8B-B14F-4D97-AF65-F5344CB8AC3E}">
        <p14:creationId xmlns:p14="http://schemas.microsoft.com/office/powerpoint/2010/main" val="1173653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4443A-A4D5-4E2D-95DF-B6D5E8FD3B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D61DE7-6337-4E51-AAB3-F9A2EAE6A7E0}"/>
              </a:ext>
            </a:extLst>
          </p:cNvPr>
          <p:cNvSpPr>
            <a:spLocks noGrp="1"/>
          </p:cNvSpPr>
          <p:nvPr>
            <p:ph type="dt" sz="half" idx="10"/>
          </p:nvPr>
        </p:nvSpPr>
        <p:spPr/>
        <p:txBody>
          <a:bodyPr/>
          <a:lstStyle/>
          <a:p>
            <a:fld id="{1F22F4A6-07CD-4989-98F6-30FA5F993378}" type="datetimeFigureOut">
              <a:rPr lang="en-US" smtClean="0"/>
              <a:t>8/16/2021</a:t>
            </a:fld>
            <a:endParaRPr lang="en-US"/>
          </a:p>
        </p:txBody>
      </p:sp>
      <p:sp>
        <p:nvSpPr>
          <p:cNvPr id="4" name="Footer Placeholder 3">
            <a:extLst>
              <a:ext uri="{FF2B5EF4-FFF2-40B4-BE49-F238E27FC236}">
                <a16:creationId xmlns:a16="http://schemas.microsoft.com/office/drawing/2014/main" id="{8C212652-A0E9-4D98-979E-2553169E39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1E5C31D-C0EB-40C4-8913-C70AC7D62A4A}"/>
              </a:ext>
            </a:extLst>
          </p:cNvPr>
          <p:cNvSpPr>
            <a:spLocks noGrp="1"/>
          </p:cNvSpPr>
          <p:nvPr>
            <p:ph type="sldNum" sz="quarter" idx="12"/>
          </p:nvPr>
        </p:nvSpPr>
        <p:spPr/>
        <p:txBody>
          <a:bodyPr/>
          <a:lstStyle/>
          <a:p>
            <a:fld id="{CBE6CD4F-5B2C-4D00-9975-A8B01D13F508}" type="slidenum">
              <a:rPr lang="en-US" smtClean="0"/>
              <a:t>‹#›</a:t>
            </a:fld>
            <a:endParaRPr lang="en-US"/>
          </a:p>
        </p:txBody>
      </p:sp>
    </p:spTree>
    <p:extLst>
      <p:ext uri="{BB962C8B-B14F-4D97-AF65-F5344CB8AC3E}">
        <p14:creationId xmlns:p14="http://schemas.microsoft.com/office/powerpoint/2010/main" val="735171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0067AE-3D45-4E96-B2C2-47396D762F9D}"/>
              </a:ext>
            </a:extLst>
          </p:cNvPr>
          <p:cNvSpPr>
            <a:spLocks noGrp="1"/>
          </p:cNvSpPr>
          <p:nvPr>
            <p:ph type="dt" sz="half" idx="10"/>
          </p:nvPr>
        </p:nvSpPr>
        <p:spPr/>
        <p:txBody>
          <a:bodyPr/>
          <a:lstStyle/>
          <a:p>
            <a:fld id="{1F22F4A6-07CD-4989-98F6-30FA5F993378}" type="datetimeFigureOut">
              <a:rPr lang="en-US" smtClean="0"/>
              <a:t>8/16/2021</a:t>
            </a:fld>
            <a:endParaRPr lang="en-US"/>
          </a:p>
        </p:txBody>
      </p:sp>
      <p:sp>
        <p:nvSpPr>
          <p:cNvPr id="3" name="Footer Placeholder 2">
            <a:extLst>
              <a:ext uri="{FF2B5EF4-FFF2-40B4-BE49-F238E27FC236}">
                <a16:creationId xmlns:a16="http://schemas.microsoft.com/office/drawing/2014/main" id="{B075CBEB-C74F-4EF8-A286-D99152A1E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024832-C101-4344-A730-BB47A05879B2}"/>
              </a:ext>
            </a:extLst>
          </p:cNvPr>
          <p:cNvSpPr>
            <a:spLocks noGrp="1"/>
          </p:cNvSpPr>
          <p:nvPr>
            <p:ph type="sldNum" sz="quarter" idx="12"/>
          </p:nvPr>
        </p:nvSpPr>
        <p:spPr/>
        <p:txBody>
          <a:bodyPr/>
          <a:lstStyle/>
          <a:p>
            <a:fld id="{CBE6CD4F-5B2C-4D00-9975-A8B01D13F508}" type="slidenum">
              <a:rPr lang="en-US" smtClean="0"/>
              <a:t>‹#›</a:t>
            </a:fld>
            <a:endParaRPr lang="en-US"/>
          </a:p>
        </p:txBody>
      </p:sp>
    </p:spTree>
    <p:extLst>
      <p:ext uri="{BB962C8B-B14F-4D97-AF65-F5344CB8AC3E}">
        <p14:creationId xmlns:p14="http://schemas.microsoft.com/office/powerpoint/2010/main" val="2858754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C22EE-6F64-460C-A746-736679BCC7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CB5B87-C2F3-409D-BF8A-E61ED99D89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515443-C4A2-4C7E-AE7D-0A99E97215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0F8E98-3A64-4B09-9B4C-603EE1086BD4}"/>
              </a:ext>
            </a:extLst>
          </p:cNvPr>
          <p:cNvSpPr>
            <a:spLocks noGrp="1"/>
          </p:cNvSpPr>
          <p:nvPr>
            <p:ph type="dt" sz="half" idx="10"/>
          </p:nvPr>
        </p:nvSpPr>
        <p:spPr/>
        <p:txBody>
          <a:bodyPr/>
          <a:lstStyle/>
          <a:p>
            <a:fld id="{1F22F4A6-07CD-4989-98F6-30FA5F993378}" type="datetimeFigureOut">
              <a:rPr lang="en-US" smtClean="0"/>
              <a:t>8/16/2021</a:t>
            </a:fld>
            <a:endParaRPr lang="en-US"/>
          </a:p>
        </p:txBody>
      </p:sp>
      <p:sp>
        <p:nvSpPr>
          <p:cNvPr id="6" name="Footer Placeholder 5">
            <a:extLst>
              <a:ext uri="{FF2B5EF4-FFF2-40B4-BE49-F238E27FC236}">
                <a16:creationId xmlns:a16="http://schemas.microsoft.com/office/drawing/2014/main" id="{B4C2BEB0-698C-486B-B2E8-629869C5E1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FC4366-4912-46FE-B35A-6F9C8EB5FF05}"/>
              </a:ext>
            </a:extLst>
          </p:cNvPr>
          <p:cNvSpPr>
            <a:spLocks noGrp="1"/>
          </p:cNvSpPr>
          <p:nvPr>
            <p:ph type="sldNum" sz="quarter" idx="12"/>
          </p:nvPr>
        </p:nvSpPr>
        <p:spPr/>
        <p:txBody>
          <a:bodyPr/>
          <a:lstStyle/>
          <a:p>
            <a:fld id="{CBE6CD4F-5B2C-4D00-9975-A8B01D13F508}" type="slidenum">
              <a:rPr lang="en-US" smtClean="0"/>
              <a:t>‹#›</a:t>
            </a:fld>
            <a:endParaRPr lang="en-US"/>
          </a:p>
        </p:txBody>
      </p:sp>
    </p:spTree>
    <p:extLst>
      <p:ext uri="{BB962C8B-B14F-4D97-AF65-F5344CB8AC3E}">
        <p14:creationId xmlns:p14="http://schemas.microsoft.com/office/powerpoint/2010/main" val="904689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D7CDF-5E58-4F40-B4FC-C72AFE4DA1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2526EA7-4879-4F35-992F-9623BCB2AC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263B4E-0FAE-423D-8DEB-1586970C01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4D2AE7-665D-4D61-8726-44BCD35318EE}"/>
              </a:ext>
            </a:extLst>
          </p:cNvPr>
          <p:cNvSpPr>
            <a:spLocks noGrp="1"/>
          </p:cNvSpPr>
          <p:nvPr>
            <p:ph type="dt" sz="half" idx="10"/>
          </p:nvPr>
        </p:nvSpPr>
        <p:spPr/>
        <p:txBody>
          <a:bodyPr/>
          <a:lstStyle/>
          <a:p>
            <a:fld id="{1F22F4A6-07CD-4989-98F6-30FA5F993378}" type="datetimeFigureOut">
              <a:rPr lang="en-US" smtClean="0"/>
              <a:t>8/16/2021</a:t>
            </a:fld>
            <a:endParaRPr lang="en-US"/>
          </a:p>
        </p:txBody>
      </p:sp>
      <p:sp>
        <p:nvSpPr>
          <p:cNvPr id="6" name="Footer Placeholder 5">
            <a:extLst>
              <a:ext uri="{FF2B5EF4-FFF2-40B4-BE49-F238E27FC236}">
                <a16:creationId xmlns:a16="http://schemas.microsoft.com/office/drawing/2014/main" id="{F1095E3A-3D38-467A-9103-7E12E4E955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195D7F-B34B-46F7-A081-B9A953B6FF54}"/>
              </a:ext>
            </a:extLst>
          </p:cNvPr>
          <p:cNvSpPr>
            <a:spLocks noGrp="1"/>
          </p:cNvSpPr>
          <p:nvPr>
            <p:ph type="sldNum" sz="quarter" idx="12"/>
          </p:nvPr>
        </p:nvSpPr>
        <p:spPr/>
        <p:txBody>
          <a:bodyPr/>
          <a:lstStyle/>
          <a:p>
            <a:fld id="{CBE6CD4F-5B2C-4D00-9975-A8B01D13F508}" type="slidenum">
              <a:rPr lang="en-US" smtClean="0"/>
              <a:t>‹#›</a:t>
            </a:fld>
            <a:endParaRPr lang="en-US"/>
          </a:p>
        </p:txBody>
      </p:sp>
    </p:spTree>
    <p:extLst>
      <p:ext uri="{BB962C8B-B14F-4D97-AF65-F5344CB8AC3E}">
        <p14:creationId xmlns:p14="http://schemas.microsoft.com/office/powerpoint/2010/main" val="1761231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129A8-5AE4-4653-B224-70AB26F8C3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CEE6C5-67B6-4AF9-B151-C21472979C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2AD903-4A6A-40C2-82FD-CA5240529DAD}"/>
              </a:ext>
            </a:extLst>
          </p:cNvPr>
          <p:cNvSpPr>
            <a:spLocks noGrp="1"/>
          </p:cNvSpPr>
          <p:nvPr>
            <p:ph type="dt" sz="half" idx="10"/>
          </p:nvPr>
        </p:nvSpPr>
        <p:spPr/>
        <p:txBody>
          <a:bodyPr/>
          <a:lstStyle/>
          <a:p>
            <a:fld id="{1F22F4A6-07CD-4989-98F6-30FA5F993378}" type="datetimeFigureOut">
              <a:rPr lang="en-US" smtClean="0"/>
              <a:t>8/16/2021</a:t>
            </a:fld>
            <a:endParaRPr lang="en-US"/>
          </a:p>
        </p:txBody>
      </p:sp>
      <p:sp>
        <p:nvSpPr>
          <p:cNvPr id="5" name="Footer Placeholder 4">
            <a:extLst>
              <a:ext uri="{FF2B5EF4-FFF2-40B4-BE49-F238E27FC236}">
                <a16:creationId xmlns:a16="http://schemas.microsoft.com/office/drawing/2014/main" id="{396C896E-039A-4C3B-AE5D-A079E65BB6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F53815-D4D4-4BF7-BBA9-0F5169F7CEBB}"/>
              </a:ext>
            </a:extLst>
          </p:cNvPr>
          <p:cNvSpPr>
            <a:spLocks noGrp="1"/>
          </p:cNvSpPr>
          <p:nvPr>
            <p:ph type="sldNum" sz="quarter" idx="12"/>
          </p:nvPr>
        </p:nvSpPr>
        <p:spPr/>
        <p:txBody>
          <a:bodyPr/>
          <a:lstStyle/>
          <a:p>
            <a:fld id="{CBE6CD4F-5B2C-4D00-9975-A8B01D13F508}" type="slidenum">
              <a:rPr lang="en-US" smtClean="0"/>
              <a:t>‹#›</a:t>
            </a:fld>
            <a:endParaRPr lang="en-US"/>
          </a:p>
        </p:txBody>
      </p:sp>
    </p:spTree>
    <p:extLst>
      <p:ext uri="{BB962C8B-B14F-4D97-AF65-F5344CB8AC3E}">
        <p14:creationId xmlns:p14="http://schemas.microsoft.com/office/powerpoint/2010/main" val="379944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E3393F-044B-4A1A-8F68-0D03269CAE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866F79-6765-4A55-ADE4-68E7B71A89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CFA269-5BA6-40B3-B2CD-A6AE6014996F}"/>
              </a:ext>
            </a:extLst>
          </p:cNvPr>
          <p:cNvSpPr>
            <a:spLocks noGrp="1"/>
          </p:cNvSpPr>
          <p:nvPr>
            <p:ph type="dt" sz="half" idx="10"/>
          </p:nvPr>
        </p:nvSpPr>
        <p:spPr/>
        <p:txBody>
          <a:bodyPr/>
          <a:lstStyle/>
          <a:p>
            <a:fld id="{1F22F4A6-07CD-4989-98F6-30FA5F993378}" type="datetimeFigureOut">
              <a:rPr lang="en-US" smtClean="0"/>
              <a:t>8/16/2021</a:t>
            </a:fld>
            <a:endParaRPr lang="en-US"/>
          </a:p>
        </p:txBody>
      </p:sp>
      <p:sp>
        <p:nvSpPr>
          <p:cNvPr id="5" name="Footer Placeholder 4">
            <a:extLst>
              <a:ext uri="{FF2B5EF4-FFF2-40B4-BE49-F238E27FC236}">
                <a16:creationId xmlns:a16="http://schemas.microsoft.com/office/drawing/2014/main" id="{3ED62F09-825F-4399-BE5B-46EBD418B2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05BE0F-6BEE-47DF-84DF-CA09568AB73C}"/>
              </a:ext>
            </a:extLst>
          </p:cNvPr>
          <p:cNvSpPr>
            <a:spLocks noGrp="1"/>
          </p:cNvSpPr>
          <p:nvPr>
            <p:ph type="sldNum" sz="quarter" idx="12"/>
          </p:nvPr>
        </p:nvSpPr>
        <p:spPr/>
        <p:txBody>
          <a:bodyPr/>
          <a:lstStyle/>
          <a:p>
            <a:fld id="{CBE6CD4F-5B2C-4D00-9975-A8B01D13F508}" type="slidenum">
              <a:rPr lang="en-US" smtClean="0"/>
              <a:t>‹#›</a:t>
            </a:fld>
            <a:endParaRPr lang="en-US"/>
          </a:p>
        </p:txBody>
      </p:sp>
    </p:spTree>
    <p:extLst>
      <p:ext uri="{BB962C8B-B14F-4D97-AF65-F5344CB8AC3E}">
        <p14:creationId xmlns:p14="http://schemas.microsoft.com/office/powerpoint/2010/main" val="3321572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555DC0-C1BD-418F-A4D0-4F2D3F6DF5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B52571-EDC6-4F4F-BF53-E3E212FBBF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C37453-9715-4E40-B6AB-8B3480325E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22F4A6-07CD-4989-98F6-30FA5F993378}" type="datetimeFigureOut">
              <a:rPr lang="en-US" smtClean="0"/>
              <a:t>8/16/2021</a:t>
            </a:fld>
            <a:endParaRPr lang="en-US"/>
          </a:p>
        </p:txBody>
      </p:sp>
      <p:sp>
        <p:nvSpPr>
          <p:cNvPr id="5" name="Footer Placeholder 4">
            <a:extLst>
              <a:ext uri="{FF2B5EF4-FFF2-40B4-BE49-F238E27FC236}">
                <a16:creationId xmlns:a16="http://schemas.microsoft.com/office/drawing/2014/main" id="{9700BB3A-7303-4160-A21D-E4302F475A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25B6230-E853-489D-B8C8-90B187E189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E6CD4F-5B2C-4D00-9975-A8B01D13F508}" type="slidenum">
              <a:rPr lang="en-US" smtClean="0"/>
              <a:t>‹#›</a:t>
            </a:fld>
            <a:endParaRPr lang="en-US"/>
          </a:p>
        </p:txBody>
      </p:sp>
    </p:spTree>
    <p:extLst>
      <p:ext uri="{BB962C8B-B14F-4D97-AF65-F5344CB8AC3E}">
        <p14:creationId xmlns:p14="http://schemas.microsoft.com/office/powerpoint/2010/main" val="310726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8E54F9-849C-4865-8C5E-FD967B81D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91AE6B3-1D2D-4C67-A4DB-888635B527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54983"/>
          </a:xfrm>
          <a:custGeom>
            <a:avLst/>
            <a:gdLst>
              <a:gd name="connsiteX0" fmla="*/ 6788003 w 12188952"/>
              <a:gd name="connsiteY0" fmla="*/ 5986774 h 6054983"/>
              <a:gd name="connsiteX1" fmla="*/ 6787005 w 12188952"/>
              <a:gd name="connsiteY1" fmla="*/ 5986852 h 6054983"/>
              <a:gd name="connsiteX2" fmla="*/ 6786779 w 12188952"/>
              <a:gd name="connsiteY2" fmla="*/ 5987386 h 6054983"/>
              <a:gd name="connsiteX3" fmla="*/ 0 w 12188952"/>
              <a:gd name="connsiteY3" fmla="*/ 0 h 6054983"/>
              <a:gd name="connsiteX4" fmla="*/ 12188952 w 12188952"/>
              <a:gd name="connsiteY4" fmla="*/ 0 h 6054983"/>
              <a:gd name="connsiteX5" fmla="*/ 12188952 w 12188952"/>
              <a:gd name="connsiteY5" fmla="*/ 5092539 h 6054983"/>
              <a:gd name="connsiteX6" fmla="*/ 12058081 w 12188952"/>
              <a:gd name="connsiteY6" fmla="*/ 5131579 h 6054983"/>
              <a:gd name="connsiteX7" fmla="*/ 11673881 w 12188952"/>
              <a:gd name="connsiteY7" fmla="*/ 5235154 h 6054983"/>
              <a:gd name="connsiteX8" fmla="*/ 10422749 w 12188952"/>
              <a:gd name="connsiteY8" fmla="*/ 5518693 h 6054983"/>
              <a:gd name="connsiteX9" fmla="*/ 9421666 w 12188952"/>
              <a:gd name="connsiteY9" fmla="*/ 5693855 h 6054983"/>
              <a:gd name="connsiteX10" fmla="*/ 8456304 w 12188952"/>
              <a:gd name="connsiteY10" fmla="*/ 5827556 h 6054983"/>
              <a:gd name="connsiteX11" fmla="*/ 7714041 w 12188952"/>
              <a:gd name="connsiteY11" fmla="*/ 5907503 h 6054983"/>
              <a:gd name="connsiteX12" fmla="*/ 6949978 w 12188952"/>
              <a:gd name="connsiteY12" fmla="*/ 5973283 h 6054983"/>
              <a:gd name="connsiteX13" fmla="*/ 6934569 w 12188952"/>
              <a:gd name="connsiteY13" fmla="*/ 5975354 h 6054983"/>
              <a:gd name="connsiteX14" fmla="*/ 6788750 w 12188952"/>
              <a:gd name="connsiteY14" fmla="*/ 5986715 h 6054983"/>
              <a:gd name="connsiteX15" fmla="*/ 6798241 w 12188952"/>
              <a:gd name="connsiteY15" fmla="*/ 5988535 h 6054983"/>
              <a:gd name="connsiteX16" fmla="*/ 6833723 w 12188952"/>
              <a:gd name="connsiteY16" fmla="*/ 5986828 h 6054983"/>
              <a:gd name="connsiteX17" fmla="*/ 6882282 w 12188952"/>
              <a:gd name="connsiteY17" fmla="*/ 5983850 h 6054983"/>
              <a:gd name="connsiteX18" fmla="*/ 7576876 w 12188952"/>
              <a:gd name="connsiteY18" fmla="*/ 5951323 h 6054983"/>
              <a:gd name="connsiteX19" fmla="*/ 8621689 w 12188952"/>
              <a:gd name="connsiteY19" fmla="*/ 5864426 h 6054983"/>
              <a:gd name="connsiteX20" fmla="*/ 9477600 w 12188952"/>
              <a:gd name="connsiteY20" fmla="*/ 5760520 h 6054983"/>
              <a:gd name="connsiteX21" fmla="*/ 10626651 w 12188952"/>
              <a:gd name="connsiteY21" fmla="*/ 5566363 h 6054983"/>
              <a:gd name="connsiteX22" fmla="*/ 11995498 w 12188952"/>
              <a:gd name="connsiteY22" fmla="*/ 5240369 h 6054983"/>
              <a:gd name="connsiteX23" fmla="*/ 12188952 w 12188952"/>
              <a:gd name="connsiteY23" fmla="*/ 5183370 h 6054983"/>
              <a:gd name="connsiteX24" fmla="*/ 12188952 w 12188952"/>
              <a:gd name="connsiteY24" fmla="*/ 5238107 h 6054983"/>
              <a:gd name="connsiteX25" fmla="*/ 11826300 w 12188952"/>
              <a:gd name="connsiteY25" fmla="*/ 5343406 h 6054983"/>
              <a:gd name="connsiteX26" fmla="*/ 10936448 w 12188952"/>
              <a:gd name="connsiteY26" fmla="*/ 5557921 h 6054983"/>
              <a:gd name="connsiteX27" fmla="*/ 9983034 w 12188952"/>
              <a:gd name="connsiteY27" fmla="*/ 5737926 h 6054983"/>
              <a:gd name="connsiteX28" fmla="*/ 9184585 w 12188952"/>
              <a:gd name="connsiteY28" fmla="*/ 5853873 h 6054983"/>
              <a:gd name="connsiteX29" fmla="*/ 8576053 w 12188952"/>
              <a:gd name="connsiteY29" fmla="*/ 5923392 h 6054983"/>
              <a:gd name="connsiteX30" fmla="*/ 7862392 w 12188952"/>
              <a:gd name="connsiteY30" fmla="*/ 5984843 h 6054983"/>
              <a:gd name="connsiteX31" fmla="*/ 6933768 w 12188952"/>
              <a:gd name="connsiteY31" fmla="*/ 6036237 h 6054983"/>
              <a:gd name="connsiteX32" fmla="*/ 6476130 w 12188952"/>
              <a:gd name="connsiteY32" fmla="*/ 6050140 h 6054983"/>
              <a:gd name="connsiteX33" fmla="*/ 6360703 w 12188952"/>
              <a:gd name="connsiteY33" fmla="*/ 6054983 h 6054983"/>
              <a:gd name="connsiteX34" fmla="*/ 6055614 w 12188952"/>
              <a:gd name="connsiteY34" fmla="*/ 6054983 h 6054983"/>
              <a:gd name="connsiteX35" fmla="*/ 5976289 w 12188952"/>
              <a:gd name="connsiteY35" fmla="*/ 6050389 h 6054983"/>
              <a:gd name="connsiteX36" fmla="*/ 5263770 w 12188952"/>
              <a:gd name="connsiteY36" fmla="*/ 6014140 h 6054983"/>
              <a:gd name="connsiteX37" fmla="*/ 4345190 w 12188952"/>
              <a:gd name="connsiteY37" fmla="*/ 5952070 h 6054983"/>
              <a:gd name="connsiteX38" fmla="*/ 3372201 w 12188952"/>
              <a:gd name="connsiteY38" fmla="*/ 5853501 h 6054983"/>
              <a:gd name="connsiteX39" fmla="*/ 2361582 w 12188952"/>
              <a:gd name="connsiteY39" fmla="*/ 5734574 h 6054983"/>
              <a:gd name="connsiteX40" fmla="*/ 1232869 w 12188952"/>
              <a:gd name="connsiteY40" fmla="*/ 5561398 h 6054983"/>
              <a:gd name="connsiteX41" fmla="*/ 68483 w 12188952"/>
              <a:gd name="connsiteY41" fmla="*/ 5321691 h 6054983"/>
              <a:gd name="connsiteX42" fmla="*/ 0 w 12188952"/>
              <a:gd name="connsiteY42" fmla="*/ 5304336 h 6054983"/>
              <a:gd name="connsiteX43" fmla="*/ 0 w 12188952"/>
              <a:gd name="connsiteY43" fmla="*/ 5247847 h 6054983"/>
              <a:gd name="connsiteX44" fmla="*/ 72423 w 12188952"/>
              <a:gd name="connsiteY44" fmla="*/ 5266624 h 6054983"/>
              <a:gd name="connsiteX45" fmla="*/ 600566 w 12188952"/>
              <a:gd name="connsiteY45" fmla="*/ 5384994 h 6054983"/>
              <a:gd name="connsiteX46" fmla="*/ 1769069 w 12188952"/>
              <a:gd name="connsiteY46" fmla="*/ 5595162 h 6054983"/>
              <a:gd name="connsiteX47" fmla="*/ 2612900 w 12188952"/>
              <a:gd name="connsiteY47" fmla="*/ 5712104 h 6054983"/>
              <a:gd name="connsiteX48" fmla="*/ 2580488 w 12188952"/>
              <a:gd name="connsiteY48" fmla="*/ 5702173 h 6054983"/>
              <a:gd name="connsiteX49" fmla="*/ 1112357 w 12188952"/>
              <a:gd name="connsiteY49" fmla="*/ 5369476 h 6054983"/>
              <a:gd name="connsiteX50" fmla="*/ 420307 w 12188952"/>
              <a:gd name="connsiteY50" fmla="*/ 5170043 h 6054983"/>
              <a:gd name="connsiteX51" fmla="*/ 0 w 12188952"/>
              <a:gd name="connsiteY51" fmla="*/ 5031126 h 60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88952" h="6054983">
                <a:moveTo>
                  <a:pt x="6788003" y="5986774"/>
                </a:moveTo>
                <a:lnTo>
                  <a:pt x="6787005" y="5986852"/>
                </a:lnTo>
                <a:lnTo>
                  <a:pt x="6786779" y="5987386"/>
                </a:lnTo>
                <a:close/>
                <a:moveTo>
                  <a:pt x="0" y="0"/>
                </a:moveTo>
                <a:lnTo>
                  <a:pt x="12188952" y="0"/>
                </a:lnTo>
                <a:lnTo>
                  <a:pt x="12188952" y="5092539"/>
                </a:lnTo>
                <a:lnTo>
                  <a:pt x="12058081" y="5131579"/>
                </a:lnTo>
                <a:cubicBezTo>
                  <a:pt x="11930517" y="5167793"/>
                  <a:pt x="11802439" y="5202322"/>
                  <a:pt x="11673881" y="5235154"/>
                </a:cubicBezTo>
                <a:cubicBezTo>
                  <a:pt x="11259973" y="5342661"/>
                  <a:pt x="10842632" y="5436263"/>
                  <a:pt x="10422749" y="5518693"/>
                </a:cubicBezTo>
                <a:cubicBezTo>
                  <a:pt x="10090287" y="5583904"/>
                  <a:pt x="9756593" y="5642301"/>
                  <a:pt x="9421666" y="5693855"/>
                </a:cubicBezTo>
                <a:cubicBezTo>
                  <a:pt x="9100721" y="5743512"/>
                  <a:pt x="8778938" y="5788079"/>
                  <a:pt x="8456304" y="5827556"/>
                </a:cubicBezTo>
                <a:cubicBezTo>
                  <a:pt x="8209307" y="5857722"/>
                  <a:pt x="7961801" y="5883295"/>
                  <a:pt x="7714041" y="5907503"/>
                </a:cubicBezTo>
                <a:lnTo>
                  <a:pt x="6949978" y="5973283"/>
                </a:lnTo>
                <a:lnTo>
                  <a:pt x="6934569" y="5975354"/>
                </a:lnTo>
                <a:lnTo>
                  <a:pt x="6788750" y="5986715"/>
                </a:lnTo>
                <a:lnTo>
                  <a:pt x="6798241" y="5988535"/>
                </a:lnTo>
                <a:cubicBezTo>
                  <a:pt x="6809920" y="5989001"/>
                  <a:pt x="6822028" y="5986828"/>
                  <a:pt x="6833723" y="5986828"/>
                </a:cubicBezTo>
                <a:cubicBezTo>
                  <a:pt x="6849867" y="5986828"/>
                  <a:pt x="6866012" y="5984221"/>
                  <a:pt x="6882282" y="5983850"/>
                </a:cubicBezTo>
                <a:cubicBezTo>
                  <a:pt x="7114026" y="5978388"/>
                  <a:pt x="7345514" y="5966221"/>
                  <a:pt x="7576876" y="5951323"/>
                </a:cubicBezTo>
                <a:cubicBezTo>
                  <a:pt x="7925570" y="5928855"/>
                  <a:pt x="8274011" y="5900676"/>
                  <a:pt x="8621689" y="5864426"/>
                </a:cubicBezTo>
                <a:cubicBezTo>
                  <a:pt x="8907712" y="5835128"/>
                  <a:pt x="9193011" y="5800493"/>
                  <a:pt x="9477600" y="5760520"/>
                </a:cubicBezTo>
                <a:cubicBezTo>
                  <a:pt x="9862435" y="5706146"/>
                  <a:pt x="10245452" y="5641432"/>
                  <a:pt x="10626651" y="5566363"/>
                </a:cubicBezTo>
                <a:cubicBezTo>
                  <a:pt x="11087341" y="5475243"/>
                  <a:pt x="11544088" y="5367737"/>
                  <a:pt x="11995498" y="5240369"/>
                </a:cubicBezTo>
                <a:lnTo>
                  <a:pt x="12188952" y="5183370"/>
                </a:lnTo>
                <a:lnTo>
                  <a:pt x="12188952" y="5238107"/>
                </a:lnTo>
                <a:lnTo>
                  <a:pt x="11826300" y="5343406"/>
                </a:lnTo>
                <a:cubicBezTo>
                  <a:pt x="11531885" y="5423103"/>
                  <a:pt x="11235310" y="5493989"/>
                  <a:pt x="10936448" y="5557921"/>
                </a:cubicBezTo>
                <a:cubicBezTo>
                  <a:pt x="10620168" y="5625703"/>
                  <a:pt x="10302365" y="5685700"/>
                  <a:pt x="9983034" y="5737926"/>
                </a:cubicBezTo>
                <a:cubicBezTo>
                  <a:pt x="9717606" y="5781375"/>
                  <a:pt x="9451451" y="5820020"/>
                  <a:pt x="9184585" y="5853873"/>
                </a:cubicBezTo>
                <a:cubicBezTo>
                  <a:pt x="8981951" y="5879447"/>
                  <a:pt x="8779319" y="5903530"/>
                  <a:pt x="8576053" y="5923392"/>
                </a:cubicBezTo>
                <a:cubicBezTo>
                  <a:pt x="8338462" y="5946112"/>
                  <a:pt x="8100618" y="5967587"/>
                  <a:pt x="7862392" y="5984843"/>
                </a:cubicBezTo>
                <a:cubicBezTo>
                  <a:pt x="7553105" y="6007187"/>
                  <a:pt x="7243690" y="6025065"/>
                  <a:pt x="6933768" y="6036237"/>
                </a:cubicBezTo>
                <a:cubicBezTo>
                  <a:pt x="6781221" y="6041700"/>
                  <a:pt x="6628676" y="6045548"/>
                  <a:pt x="6476130" y="6050140"/>
                </a:cubicBezTo>
                <a:cubicBezTo>
                  <a:pt x="6437585" y="6048056"/>
                  <a:pt x="6398929" y="6049681"/>
                  <a:pt x="6360703" y="6054983"/>
                </a:cubicBezTo>
                <a:lnTo>
                  <a:pt x="6055614" y="6054983"/>
                </a:lnTo>
                <a:lnTo>
                  <a:pt x="5976289" y="6050389"/>
                </a:lnTo>
                <a:cubicBezTo>
                  <a:pt x="5738826" y="6037976"/>
                  <a:pt x="5501363" y="6024197"/>
                  <a:pt x="5263770" y="6014140"/>
                </a:cubicBezTo>
                <a:cubicBezTo>
                  <a:pt x="4957027" y="6001724"/>
                  <a:pt x="4650663" y="5981244"/>
                  <a:pt x="4345190" y="5952070"/>
                </a:cubicBezTo>
                <a:cubicBezTo>
                  <a:pt x="4020648" y="5921158"/>
                  <a:pt x="3696870" y="5886523"/>
                  <a:pt x="3372201" y="5853501"/>
                </a:cubicBezTo>
                <a:cubicBezTo>
                  <a:pt x="3034653" y="5819239"/>
                  <a:pt x="2697781" y="5779600"/>
                  <a:pt x="2361582" y="5734574"/>
                </a:cubicBezTo>
                <a:cubicBezTo>
                  <a:pt x="1984196" y="5684421"/>
                  <a:pt x="1607962" y="5626695"/>
                  <a:pt x="1232869" y="5561398"/>
                </a:cubicBezTo>
                <a:cubicBezTo>
                  <a:pt x="841970" y="5492685"/>
                  <a:pt x="453644" y="5414197"/>
                  <a:pt x="68483" y="5321691"/>
                </a:cubicBezTo>
                <a:lnTo>
                  <a:pt x="0" y="5304336"/>
                </a:lnTo>
                <a:lnTo>
                  <a:pt x="0" y="5247847"/>
                </a:lnTo>
                <a:lnTo>
                  <a:pt x="72423" y="5266624"/>
                </a:lnTo>
                <a:cubicBezTo>
                  <a:pt x="247899" y="5308802"/>
                  <a:pt x="424058" y="5348062"/>
                  <a:pt x="600566" y="5384994"/>
                </a:cubicBezTo>
                <a:cubicBezTo>
                  <a:pt x="988032" y="5465808"/>
                  <a:pt x="1377788" y="5534706"/>
                  <a:pt x="1769069" y="5595162"/>
                </a:cubicBezTo>
                <a:cubicBezTo>
                  <a:pt x="2051913" y="5638738"/>
                  <a:pt x="2335141" y="5678835"/>
                  <a:pt x="2612900" y="5712104"/>
                </a:cubicBezTo>
                <a:cubicBezTo>
                  <a:pt x="2604892" y="5714711"/>
                  <a:pt x="2593962" y="5704655"/>
                  <a:pt x="2580488" y="5702173"/>
                </a:cubicBezTo>
                <a:cubicBezTo>
                  <a:pt x="2086656" y="5610221"/>
                  <a:pt x="1597284" y="5499328"/>
                  <a:pt x="1112357" y="5369476"/>
                </a:cubicBezTo>
                <a:cubicBezTo>
                  <a:pt x="880233" y="5307405"/>
                  <a:pt x="649550" y="5240927"/>
                  <a:pt x="420307" y="5170043"/>
                </a:cubicBezTo>
                <a:lnTo>
                  <a:pt x="0" y="503112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4F28BE2-AA0D-4435-860A-A9329AB66A18}"/>
              </a:ext>
            </a:extLst>
          </p:cNvPr>
          <p:cNvSpPr>
            <a:spLocks noGrp="1"/>
          </p:cNvSpPr>
          <p:nvPr>
            <p:ph type="ctrTitle"/>
          </p:nvPr>
        </p:nvSpPr>
        <p:spPr>
          <a:xfrm>
            <a:off x="1524000" y="929452"/>
            <a:ext cx="9144000" cy="2526738"/>
          </a:xfrm>
        </p:spPr>
        <p:txBody>
          <a:bodyPr>
            <a:normAutofit/>
          </a:bodyPr>
          <a:lstStyle/>
          <a:p>
            <a:r>
              <a:rPr lang="en-US" sz="6600">
                <a:solidFill>
                  <a:srgbClr val="FFFFFF"/>
                </a:solidFill>
                <a:latin typeface="Times New Roman" panose="02020603050405020304" pitchFamily="18" charset="0"/>
                <a:cs typeface="Times New Roman" panose="02020603050405020304" pitchFamily="18" charset="0"/>
              </a:rPr>
              <a:t>Scrum-Agile Methodology</a:t>
            </a:r>
          </a:p>
        </p:txBody>
      </p:sp>
      <p:sp>
        <p:nvSpPr>
          <p:cNvPr id="3" name="Subtitle 2">
            <a:extLst>
              <a:ext uri="{FF2B5EF4-FFF2-40B4-BE49-F238E27FC236}">
                <a16:creationId xmlns:a16="http://schemas.microsoft.com/office/drawing/2014/main" id="{F63054B8-5C1B-48C8-BB6A-4A3294F7D595}"/>
              </a:ext>
            </a:extLst>
          </p:cNvPr>
          <p:cNvSpPr>
            <a:spLocks noGrp="1"/>
          </p:cNvSpPr>
          <p:nvPr>
            <p:ph type="subTitle" idx="1"/>
          </p:nvPr>
        </p:nvSpPr>
        <p:spPr>
          <a:xfrm>
            <a:off x="1524000" y="3695230"/>
            <a:ext cx="9144000" cy="1626541"/>
          </a:xfrm>
        </p:spPr>
        <p:txBody>
          <a:bodyPr>
            <a:normAutofit/>
          </a:bodyPr>
          <a:lstStyle/>
          <a:p>
            <a:r>
              <a:rPr lang="en-US">
                <a:solidFill>
                  <a:srgbClr val="FFFFFF"/>
                </a:solidFill>
              </a:rPr>
              <a:t>By</a:t>
            </a:r>
          </a:p>
          <a:p>
            <a:r>
              <a:rPr lang="en-US">
                <a:solidFill>
                  <a:srgbClr val="FFFFFF"/>
                </a:solidFill>
              </a:rPr>
              <a:t>Franklin Durbin</a:t>
            </a:r>
          </a:p>
        </p:txBody>
      </p:sp>
      <p:sp>
        <p:nvSpPr>
          <p:cNvPr id="12" name="sketch line">
            <a:extLst>
              <a:ext uri="{FF2B5EF4-FFF2-40B4-BE49-F238E27FC236}">
                <a16:creationId xmlns:a16="http://schemas.microsoft.com/office/drawing/2014/main" id="{6D080EC2-42B5-4E04-BBF7-F0BC5CB7C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3566566"/>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294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722484-11F7-4530-9598-662BD31D3EBD}"/>
              </a:ext>
            </a:extLst>
          </p:cNvPr>
          <p:cNvSpPr>
            <a:spLocks noGrp="1"/>
          </p:cNvSpPr>
          <p:nvPr>
            <p:ph type="title"/>
          </p:nvPr>
        </p:nvSpPr>
        <p:spPr>
          <a:xfrm>
            <a:off x="635000" y="640823"/>
            <a:ext cx="3418659" cy="5583148"/>
          </a:xfrm>
        </p:spPr>
        <p:txBody>
          <a:bodyPr anchor="ctr">
            <a:normAutofit/>
          </a:bodyPr>
          <a:lstStyle/>
          <a:p>
            <a:r>
              <a:rPr lang="en-US" sz="5400">
                <a:latin typeface="Times New Roman" panose="02020603050405020304" pitchFamily="18" charset="0"/>
                <a:cs typeface="Times New Roman" panose="02020603050405020304" pitchFamily="18" charset="0"/>
              </a:rPr>
              <a:t>Scrum Team Roles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2E71F14-E1A0-4CDA-9015-22CD9502DE35}"/>
              </a:ext>
            </a:extLst>
          </p:cNvPr>
          <p:cNvGraphicFramePr>
            <a:graphicFrameLocks noGrp="1"/>
          </p:cNvGraphicFramePr>
          <p:nvPr>
            <p:ph idx="1"/>
            <p:extLst>
              <p:ext uri="{D42A27DB-BD31-4B8C-83A1-F6EECF244321}">
                <p14:modId xmlns:p14="http://schemas.microsoft.com/office/powerpoint/2010/main" val="987740265"/>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9814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867F53-CA24-43C6-BA49-93AD5FC42F82}"/>
              </a:ext>
            </a:extLst>
          </p:cNvPr>
          <p:cNvSpPr>
            <a:spLocks noGrp="1"/>
          </p:cNvSpPr>
          <p:nvPr>
            <p:ph type="title"/>
          </p:nvPr>
        </p:nvSpPr>
        <p:spPr>
          <a:xfrm>
            <a:off x="5297762" y="329184"/>
            <a:ext cx="6251110" cy="1783080"/>
          </a:xfrm>
        </p:spPr>
        <p:txBody>
          <a:bodyPr anchor="b">
            <a:normAutofit/>
          </a:bodyPr>
          <a:lstStyle/>
          <a:p>
            <a:r>
              <a:rPr lang="en-US" sz="5400">
                <a:latin typeface="Times New Roman" panose="02020603050405020304" pitchFamily="18" charset="0"/>
                <a:cs typeface="Times New Roman" panose="02020603050405020304" pitchFamily="18" charset="0"/>
              </a:rPr>
              <a:t>Scrum Master</a:t>
            </a:r>
          </a:p>
        </p:txBody>
      </p:sp>
      <p:pic>
        <p:nvPicPr>
          <p:cNvPr id="5" name="Picture 4" descr="White puzzle with one red piece">
            <a:extLst>
              <a:ext uri="{FF2B5EF4-FFF2-40B4-BE49-F238E27FC236}">
                <a16:creationId xmlns:a16="http://schemas.microsoft.com/office/drawing/2014/main" id="{8233D98A-89C7-427A-92FE-F75247B1DBD7}"/>
              </a:ext>
            </a:extLst>
          </p:cNvPr>
          <p:cNvPicPr>
            <a:picLocks noChangeAspect="1"/>
          </p:cNvPicPr>
          <p:nvPr/>
        </p:nvPicPr>
        <p:blipFill rotWithShape="1">
          <a:blip r:embed="rId2"/>
          <a:srcRect l="31702" r="30098"/>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0FB518D-09A4-420B-8840-6165EE38ABD2}"/>
              </a:ext>
            </a:extLst>
          </p:cNvPr>
          <p:cNvSpPr>
            <a:spLocks noGrp="1"/>
          </p:cNvSpPr>
          <p:nvPr>
            <p:ph idx="1"/>
          </p:nvPr>
        </p:nvSpPr>
        <p:spPr>
          <a:xfrm>
            <a:off x="5297762" y="2706624"/>
            <a:ext cx="6251110" cy="3483864"/>
          </a:xfrm>
        </p:spPr>
        <p:txBody>
          <a:bodyPr>
            <a:normAutofit/>
          </a:bodyPr>
          <a:lstStyle/>
          <a:p>
            <a:r>
              <a:rPr lang="en-US" dirty="0"/>
              <a:t>Helps adapt the “Agile” mentality.</a:t>
            </a:r>
          </a:p>
          <a:p>
            <a:r>
              <a:rPr lang="en-US" dirty="0"/>
              <a:t>Removes obstacle that may slow the team down.</a:t>
            </a:r>
          </a:p>
          <a:p>
            <a:r>
              <a:rPr lang="en-US" dirty="0"/>
              <a:t>Organizes the Scrum Events and oversees the team.</a:t>
            </a:r>
          </a:p>
          <a:p>
            <a:r>
              <a:rPr lang="en-US" dirty="0"/>
              <a:t>Helps coach individuality into teams.</a:t>
            </a:r>
          </a:p>
          <a:p>
            <a:r>
              <a:rPr lang="en-US" dirty="0"/>
              <a:t>Coaches the Scrum-Agile to fresh faces.</a:t>
            </a:r>
          </a:p>
          <a:p>
            <a:endParaRPr lang="en-US" sz="2200" dirty="0"/>
          </a:p>
        </p:txBody>
      </p:sp>
    </p:spTree>
    <p:extLst>
      <p:ext uri="{BB962C8B-B14F-4D97-AF65-F5344CB8AC3E}">
        <p14:creationId xmlns:p14="http://schemas.microsoft.com/office/powerpoint/2010/main" val="1980686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CCEB44CB-73EE-4451-9BD2-E486561BE3BD}"/>
              </a:ext>
            </a:extLst>
          </p:cNvPr>
          <p:cNvSpPr>
            <a:spLocks noGrp="1"/>
          </p:cNvSpPr>
          <p:nvPr>
            <p:ph type="title"/>
          </p:nvPr>
        </p:nvSpPr>
        <p:spPr>
          <a:xfrm>
            <a:off x="838200" y="401221"/>
            <a:ext cx="10515600" cy="1348065"/>
          </a:xfrm>
        </p:spPr>
        <p:txBody>
          <a:bodyPr>
            <a:normAutofit/>
          </a:bodyPr>
          <a:lstStyle/>
          <a:p>
            <a:r>
              <a:rPr lang="en-US" sz="5400">
                <a:solidFill>
                  <a:srgbClr val="FFFFFF"/>
                </a:solidFill>
                <a:latin typeface="Times New Roman" panose="02020603050405020304" pitchFamily="18" charset="0"/>
                <a:cs typeface="Times New Roman" panose="02020603050405020304" pitchFamily="18" charset="0"/>
              </a:rPr>
              <a:t>Product Owner</a:t>
            </a:r>
          </a:p>
        </p:txBody>
      </p:sp>
      <p:sp>
        <p:nvSpPr>
          <p:cNvPr id="50" name="Content Placeholder 2">
            <a:extLst>
              <a:ext uri="{FF2B5EF4-FFF2-40B4-BE49-F238E27FC236}">
                <a16:creationId xmlns:a16="http://schemas.microsoft.com/office/drawing/2014/main" id="{97253B28-061D-456A-867E-2AEA0F8268C2}"/>
              </a:ext>
            </a:extLst>
          </p:cNvPr>
          <p:cNvSpPr>
            <a:spLocks noGrp="1"/>
          </p:cNvSpPr>
          <p:nvPr>
            <p:ph idx="1"/>
          </p:nvPr>
        </p:nvSpPr>
        <p:spPr>
          <a:xfrm>
            <a:off x="838200" y="2586789"/>
            <a:ext cx="10515600" cy="3590174"/>
          </a:xfrm>
        </p:spPr>
        <p:txBody>
          <a:bodyPr>
            <a:normAutofit/>
          </a:bodyPr>
          <a:lstStyle/>
          <a:p>
            <a:r>
              <a:rPr lang="en-US" sz="3600" dirty="0"/>
              <a:t>Interacts with the customer to find out what they desire out of their product.</a:t>
            </a:r>
          </a:p>
          <a:p>
            <a:r>
              <a:rPr lang="en-US" sz="3600" dirty="0"/>
              <a:t>Turns user stories into back log items.</a:t>
            </a:r>
          </a:p>
          <a:p>
            <a:r>
              <a:rPr lang="en-US" sz="3600" dirty="0"/>
              <a:t>Organizes and keeps the product backlog ordered.</a:t>
            </a:r>
          </a:p>
        </p:txBody>
      </p:sp>
    </p:spTree>
    <p:extLst>
      <p:ext uri="{BB962C8B-B14F-4D97-AF65-F5344CB8AC3E}">
        <p14:creationId xmlns:p14="http://schemas.microsoft.com/office/powerpoint/2010/main" val="4256242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57D77013-B4C3-489B-9308-320F499ABD91}"/>
              </a:ext>
            </a:extLst>
          </p:cNvPr>
          <p:cNvSpPr>
            <a:spLocks noGrp="1"/>
          </p:cNvSpPr>
          <p:nvPr>
            <p:ph type="title"/>
          </p:nvPr>
        </p:nvSpPr>
        <p:spPr>
          <a:xfrm>
            <a:off x="841246" y="673770"/>
            <a:ext cx="3644489" cy="2414488"/>
          </a:xfrm>
        </p:spPr>
        <p:txBody>
          <a:bodyPr anchor="t">
            <a:normAutofit/>
          </a:bodyPr>
          <a:lstStyle/>
          <a:p>
            <a:r>
              <a:rPr lang="en-US" sz="5400">
                <a:solidFill>
                  <a:srgbClr val="FFFFFF"/>
                </a:solidFill>
                <a:latin typeface="Times New Roman" panose="02020603050405020304" pitchFamily="18" charset="0"/>
                <a:cs typeface="Times New Roman" panose="02020603050405020304" pitchFamily="18" charset="0"/>
              </a:rPr>
              <a:t>Developer</a:t>
            </a:r>
          </a:p>
        </p:txBody>
      </p:sp>
      <p:sp>
        <p:nvSpPr>
          <p:cNvPr id="3" name="Content Placeholder 2">
            <a:extLst>
              <a:ext uri="{FF2B5EF4-FFF2-40B4-BE49-F238E27FC236}">
                <a16:creationId xmlns:a16="http://schemas.microsoft.com/office/drawing/2014/main" id="{10335AF1-1910-43F4-9185-CFACB299830A}"/>
              </a:ext>
            </a:extLst>
          </p:cNvPr>
          <p:cNvSpPr>
            <a:spLocks noGrp="1"/>
          </p:cNvSpPr>
          <p:nvPr>
            <p:ph idx="1"/>
          </p:nvPr>
        </p:nvSpPr>
        <p:spPr>
          <a:xfrm>
            <a:off x="6095999" y="882315"/>
            <a:ext cx="5254754" cy="5294647"/>
          </a:xfrm>
        </p:spPr>
        <p:txBody>
          <a:bodyPr>
            <a:normAutofit/>
          </a:bodyPr>
          <a:lstStyle/>
          <a:p>
            <a:r>
              <a:rPr lang="en-US" dirty="0"/>
              <a:t>Works on items off the product back log.</a:t>
            </a:r>
          </a:p>
          <a:p>
            <a:r>
              <a:rPr lang="en-US" dirty="0"/>
              <a:t>Attends Scrum Events and provides valued input.</a:t>
            </a:r>
          </a:p>
          <a:p>
            <a:r>
              <a:rPr lang="en-US" dirty="0"/>
              <a:t>Uses high quality coding techniques like extreme programming and codes just enough.</a:t>
            </a:r>
          </a:p>
          <a:p>
            <a:r>
              <a:rPr lang="en-US" dirty="0"/>
              <a:t>Checks if the code is suitable to pass the test cases.</a:t>
            </a:r>
          </a:p>
        </p:txBody>
      </p:sp>
    </p:spTree>
    <p:extLst>
      <p:ext uri="{BB962C8B-B14F-4D97-AF65-F5344CB8AC3E}">
        <p14:creationId xmlns:p14="http://schemas.microsoft.com/office/powerpoint/2010/main" val="1556248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0D9700-9B08-4437-A670-2447F65C732A}"/>
              </a:ext>
            </a:extLst>
          </p:cNvPr>
          <p:cNvSpPr>
            <a:spLocks noGrp="1"/>
          </p:cNvSpPr>
          <p:nvPr>
            <p:ph type="title"/>
          </p:nvPr>
        </p:nvSpPr>
        <p:spPr>
          <a:xfrm>
            <a:off x="838200" y="365125"/>
            <a:ext cx="10515600" cy="1325563"/>
          </a:xfrm>
        </p:spPr>
        <p:txBody>
          <a:bodyPr>
            <a:normAutofit/>
          </a:bodyPr>
          <a:lstStyle/>
          <a:p>
            <a:r>
              <a:rPr lang="en-US" sz="5400"/>
              <a:t>Tester</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6B7CE32-DDAE-4DFA-9054-7F8DCE8EF691}"/>
              </a:ext>
            </a:extLst>
          </p:cNvPr>
          <p:cNvSpPr>
            <a:spLocks noGrp="1"/>
          </p:cNvSpPr>
          <p:nvPr>
            <p:ph idx="1"/>
          </p:nvPr>
        </p:nvSpPr>
        <p:spPr>
          <a:xfrm>
            <a:off x="838200" y="1929384"/>
            <a:ext cx="10515600" cy="4251960"/>
          </a:xfrm>
        </p:spPr>
        <p:txBody>
          <a:bodyPr>
            <a:normAutofit/>
          </a:bodyPr>
          <a:lstStyle/>
          <a:p>
            <a:r>
              <a:rPr lang="en-US" sz="4400" dirty="0"/>
              <a:t>Takes user stories from the Product Manager and develops test cases for the backlog items.</a:t>
            </a:r>
          </a:p>
          <a:p>
            <a:r>
              <a:rPr lang="en-US" sz="4400" dirty="0"/>
              <a:t>Tests code to ensure it is passing the test cases. </a:t>
            </a:r>
          </a:p>
          <a:p>
            <a:r>
              <a:rPr lang="en-US" sz="4400" dirty="0"/>
              <a:t>Attends Scrum Events and provides input.</a:t>
            </a:r>
          </a:p>
        </p:txBody>
      </p:sp>
    </p:spTree>
    <p:extLst>
      <p:ext uri="{BB962C8B-B14F-4D97-AF65-F5344CB8AC3E}">
        <p14:creationId xmlns:p14="http://schemas.microsoft.com/office/powerpoint/2010/main" val="1477499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D25FE6-CE2D-4687-92D7-B856B4C977FF}"/>
              </a:ext>
            </a:extLst>
          </p:cNvPr>
          <p:cNvSpPr>
            <a:spLocks noGrp="1"/>
          </p:cNvSpPr>
          <p:nvPr>
            <p:ph type="title"/>
          </p:nvPr>
        </p:nvSpPr>
        <p:spPr>
          <a:xfrm>
            <a:off x="630936" y="639520"/>
            <a:ext cx="3429000" cy="1719072"/>
          </a:xfrm>
        </p:spPr>
        <p:txBody>
          <a:bodyPr anchor="b">
            <a:normAutofit/>
          </a:bodyPr>
          <a:lstStyle/>
          <a:p>
            <a:r>
              <a:rPr lang="en-US" sz="5400">
                <a:latin typeface="Times New Roman" panose="02020603050405020304" pitchFamily="18" charset="0"/>
                <a:cs typeface="Times New Roman" panose="02020603050405020304" pitchFamily="18" charset="0"/>
              </a:rPr>
              <a:t>The Scrum Framework</a:t>
            </a: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ED9F6BBE-F0DF-4F2F-B6E0-24EED2CBFB34}"/>
              </a:ext>
            </a:extLst>
          </p:cNvPr>
          <p:cNvSpPr>
            <a:spLocks noGrp="1"/>
          </p:cNvSpPr>
          <p:nvPr>
            <p:ph idx="1"/>
          </p:nvPr>
        </p:nvSpPr>
        <p:spPr>
          <a:xfrm>
            <a:off x="630936" y="2807208"/>
            <a:ext cx="3429000" cy="3410712"/>
          </a:xfrm>
        </p:spPr>
        <p:txBody>
          <a:bodyPr anchor="t">
            <a:normAutofit/>
          </a:bodyPr>
          <a:lstStyle/>
          <a:p>
            <a:pPr marL="0" indent="0">
              <a:buNone/>
            </a:pPr>
            <a:endParaRPr lang="en-US" sz="2200" dirty="0"/>
          </a:p>
        </p:txBody>
      </p:sp>
      <p:pic>
        <p:nvPicPr>
          <p:cNvPr id="5" name="Content Placeholder 4" descr="Timeline&#10;&#10;Description automatically generated">
            <a:extLst>
              <a:ext uri="{FF2B5EF4-FFF2-40B4-BE49-F238E27FC236}">
                <a16:creationId xmlns:a16="http://schemas.microsoft.com/office/drawing/2014/main" id="{C4958212-2E28-4C6A-85CE-3BBC93B5D4DF}"/>
              </a:ext>
            </a:extLst>
          </p:cNvPr>
          <p:cNvPicPr>
            <a:picLocks noChangeAspect="1"/>
          </p:cNvPicPr>
          <p:nvPr/>
        </p:nvPicPr>
        <p:blipFill>
          <a:blip r:embed="rId2"/>
          <a:stretch>
            <a:fillRect/>
          </a:stretch>
        </p:blipFill>
        <p:spPr>
          <a:xfrm>
            <a:off x="4654296" y="1331995"/>
            <a:ext cx="6903720" cy="4194009"/>
          </a:xfrm>
          <a:prstGeom prst="rect">
            <a:avLst/>
          </a:prstGeom>
        </p:spPr>
      </p:pic>
      <p:sp>
        <p:nvSpPr>
          <p:cNvPr id="6" name="TextBox 5">
            <a:extLst>
              <a:ext uri="{FF2B5EF4-FFF2-40B4-BE49-F238E27FC236}">
                <a16:creationId xmlns:a16="http://schemas.microsoft.com/office/drawing/2014/main" id="{9041A8E3-8C4C-4D08-84C8-E363FFC569D8}"/>
              </a:ext>
            </a:extLst>
          </p:cNvPr>
          <p:cNvSpPr txBox="1"/>
          <p:nvPr/>
        </p:nvSpPr>
        <p:spPr>
          <a:xfrm>
            <a:off x="5112327" y="5680364"/>
            <a:ext cx="6331528" cy="369332"/>
          </a:xfrm>
          <a:prstGeom prst="rect">
            <a:avLst/>
          </a:prstGeom>
          <a:noFill/>
        </p:spPr>
        <p:txBody>
          <a:bodyPr wrap="square" rtlCol="0">
            <a:spAutoFit/>
          </a:bodyPr>
          <a:lstStyle/>
          <a:p>
            <a:pPr algn="ctr"/>
            <a:r>
              <a:rPr lang="en-US" dirty="0"/>
              <a:t>(Cobb, 2015)</a:t>
            </a:r>
          </a:p>
        </p:txBody>
      </p:sp>
    </p:spTree>
    <p:extLst>
      <p:ext uri="{BB962C8B-B14F-4D97-AF65-F5344CB8AC3E}">
        <p14:creationId xmlns:p14="http://schemas.microsoft.com/office/powerpoint/2010/main" val="2302186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6CEB2A-CF21-43D5-A7A7-80FBE4084192}"/>
              </a:ext>
            </a:extLst>
          </p:cNvPr>
          <p:cNvSpPr>
            <a:spLocks noGrp="1"/>
          </p:cNvSpPr>
          <p:nvPr>
            <p:ph type="title"/>
          </p:nvPr>
        </p:nvSpPr>
        <p:spPr>
          <a:xfrm>
            <a:off x="686834" y="1153572"/>
            <a:ext cx="3200400" cy="4461163"/>
          </a:xfrm>
        </p:spPr>
        <p:txBody>
          <a:bodyPr>
            <a:normAutofit/>
          </a:bodyPr>
          <a:lstStyle/>
          <a:p>
            <a:r>
              <a:rPr lang="en-US">
                <a:solidFill>
                  <a:srgbClr val="FFFFFF"/>
                </a:solidFill>
                <a:latin typeface="Times New Roman" panose="02020603050405020304" pitchFamily="18" charset="0"/>
                <a:cs typeface="Times New Roman" panose="02020603050405020304" pitchFamily="18" charset="0"/>
              </a:rPr>
              <a:t>Sprint Planning</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78DC7EB-FC4E-4252-91C9-BDF322946ED1}"/>
              </a:ext>
            </a:extLst>
          </p:cNvPr>
          <p:cNvSpPr>
            <a:spLocks noGrp="1"/>
          </p:cNvSpPr>
          <p:nvPr>
            <p:ph idx="1"/>
          </p:nvPr>
        </p:nvSpPr>
        <p:spPr>
          <a:xfrm>
            <a:off x="4447308" y="591344"/>
            <a:ext cx="6906491" cy="5585619"/>
          </a:xfrm>
        </p:spPr>
        <p:txBody>
          <a:bodyPr anchor="ctr">
            <a:normAutofit/>
          </a:bodyPr>
          <a:lstStyle/>
          <a:p>
            <a:pPr marL="0" indent="0">
              <a:buNone/>
            </a:pPr>
            <a:r>
              <a:rPr lang="en-US" dirty="0"/>
              <a:t>The sprint planning is the first part of the development process after the Product Owner gets their information from the customer. Here the amount of work or back log items is being negotiated between the development team and Product Owner. This allows for everyone to provide their input and to help keep from strict deadlines to rush work. The Product Owner should have already organized the backlog before this.</a:t>
            </a:r>
          </a:p>
        </p:txBody>
      </p:sp>
    </p:spTree>
    <p:extLst>
      <p:ext uri="{BB962C8B-B14F-4D97-AF65-F5344CB8AC3E}">
        <p14:creationId xmlns:p14="http://schemas.microsoft.com/office/powerpoint/2010/main" val="2810439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A9B1B6-D042-42BA-AA59-0CFE1F5DAAC2}"/>
              </a:ext>
            </a:extLst>
          </p:cNvPr>
          <p:cNvSpPr>
            <a:spLocks noGrp="1"/>
          </p:cNvSpPr>
          <p:nvPr>
            <p:ph type="title"/>
          </p:nvPr>
        </p:nvSpPr>
        <p:spPr>
          <a:xfrm>
            <a:off x="1171074" y="1396686"/>
            <a:ext cx="3240506" cy="4064628"/>
          </a:xfrm>
        </p:spPr>
        <p:txBody>
          <a:bodyPr>
            <a:normAutofit/>
          </a:bodyPr>
          <a:lstStyle/>
          <a:p>
            <a:r>
              <a:rPr lang="en-US">
                <a:solidFill>
                  <a:srgbClr val="FFFFFF"/>
                </a:solidFill>
                <a:latin typeface="Times New Roman" panose="02020603050405020304" pitchFamily="18" charset="0"/>
                <a:cs typeface="Times New Roman" panose="02020603050405020304" pitchFamily="18" charset="0"/>
              </a:rPr>
              <a:t>Daily Standup</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121008-A25F-454A-B4B7-E9084F5E0A27}"/>
              </a:ext>
            </a:extLst>
          </p:cNvPr>
          <p:cNvSpPr>
            <a:spLocks noGrp="1"/>
          </p:cNvSpPr>
          <p:nvPr>
            <p:ph idx="1"/>
          </p:nvPr>
        </p:nvSpPr>
        <p:spPr>
          <a:xfrm>
            <a:off x="5109127" y="1293807"/>
            <a:ext cx="6172825" cy="5004678"/>
          </a:xfrm>
        </p:spPr>
        <p:txBody>
          <a:bodyPr>
            <a:normAutofit/>
          </a:bodyPr>
          <a:lstStyle/>
          <a:p>
            <a:pPr marL="0" indent="0">
              <a:buNone/>
            </a:pPr>
            <a:r>
              <a:rPr lang="en-US" dirty="0"/>
              <a:t>This is a daily meeting between the whole team, that should only last around 15 minutes. There are a few questions each team member should answer.</a:t>
            </a:r>
          </a:p>
          <a:p>
            <a:pPr marL="514350" indent="-514350">
              <a:buAutoNum type="arabicPeriod"/>
            </a:pPr>
            <a:r>
              <a:rPr lang="en-US" dirty="0"/>
              <a:t>What did you accomplish yesterday?</a:t>
            </a:r>
          </a:p>
          <a:p>
            <a:pPr marL="514350" indent="-514350">
              <a:buAutoNum type="arabicPeriod"/>
            </a:pPr>
            <a:r>
              <a:rPr lang="en-US" dirty="0"/>
              <a:t>What are you going to accomplish today?</a:t>
            </a:r>
          </a:p>
          <a:p>
            <a:pPr marL="514350" indent="-514350">
              <a:buAutoNum type="arabicPeriod"/>
            </a:pPr>
            <a:r>
              <a:rPr lang="en-US" dirty="0"/>
              <a:t>What obstacles are in your way?</a:t>
            </a:r>
          </a:p>
          <a:p>
            <a:pPr marL="0" indent="0">
              <a:buNone/>
            </a:pPr>
            <a:r>
              <a:rPr lang="en-US" dirty="0"/>
              <a:t>(Cobb, 2015)</a:t>
            </a:r>
          </a:p>
        </p:txBody>
      </p:sp>
    </p:spTree>
    <p:extLst>
      <p:ext uri="{BB962C8B-B14F-4D97-AF65-F5344CB8AC3E}">
        <p14:creationId xmlns:p14="http://schemas.microsoft.com/office/powerpoint/2010/main" val="1710038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0DF68D-0867-4A43-BA06-AD678685A6F6}"/>
              </a:ext>
            </a:extLst>
          </p:cNvPr>
          <p:cNvSpPr>
            <a:spLocks noGrp="1"/>
          </p:cNvSpPr>
          <p:nvPr>
            <p:ph type="title"/>
          </p:nvPr>
        </p:nvSpPr>
        <p:spPr>
          <a:xfrm>
            <a:off x="1389278" y="1233241"/>
            <a:ext cx="3240506" cy="4064628"/>
          </a:xfrm>
        </p:spPr>
        <p:txBody>
          <a:bodyPr>
            <a:normAutofit/>
          </a:bodyPr>
          <a:lstStyle/>
          <a:p>
            <a:r>
              <a:rPr lang="en-US" sz="4100">
                <a:solidFill>
                  <a:srgbClr val="FFFFFF"/>
                </a:solidFill>
                <a:latin typeface="Times New Roman" panose="02020603050405020304" pitchFamily="18" charset="0"/>
                <a:cs typeface="Times New Roman" panose="02020603050405020304" pitchFamily="18" charset="0"/>
              </a:rPr>
              <a:t>Sprint Retrospective</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90671CA6-9F4A-486C-B011-692909CABE20}"/>
              </a:ext>
            </a:extLst>
          </p:cNvPr>
          <p:cNvSpPr>
            <a:spLocks noGrp="1"/>
          </p:cNvSpPr>
          <p:nvPr>
            <p:ph idx="1"/>
          </p:nvPr>
        </p:nvSpPr>
        <p:spPr>
          <a:xfrm>
            <a:off x="6096000" y="820880"/>
            <a:ext cx="5257799" cy="4889350"/>
          </a:xfrm>
        </p:spPr>
        <p:txBody>
          <a:bodyPr anchor="t">
            <a:normAutofit/>
          </a:bodyPr>
          <a:lstStyle/>
          <a:p>
            <a:pPr marL="0" indent="0">
              <a:buNone/>
            </a:pPr>
            <a:r>
              <a:rPr lang="en-US" sz="3200" dirty="0"/>
              <a:t>This is an opportunity to go back and talk about difficulties and lessons through out that sprint. Just like on a normal project, but since sprints are shorter periods of time this allows for more and quicker learning opportunities for the team members.            </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07126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9">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139B49C-782C-4601-BB83-E53E98173EDE}"/>
              </a:ext>
            </a:extLst>
          </p:cNvPr>
          <p:cNvSpPr>
            <a:spLocks noGrp="1"/>
          </p:cNvSpPr>
          <p:nvPr>
            <p:ph type="title"/>
          </p:nvPr>
        </p:nvSpPr>
        <p:spPr>
          <a:xfrm>
            <a:off x="841246" y="673770"/>
            <a:ext cx="3644489" cy="2414488"/>
          </a:xfrm>
        </p:spPr>
        <p:txBody>
          <a:bodyPr anchor="t">
            <a:normAutofit/>
          </a:bodyPr>
          <a:lstStyle/>
          <a:p>
            <a:r>
              <a:rPr lang="en-US" sz="5400" dirty="0">
                <a:solidFill>
                  <a:srgbClr val="FFFFFF"/>
                </a:solidFill>
                <a:latin typeface="Times New Roman" panose="02020603050405020304" pitchFamily="18" charset="0"/>
                <a:cs typeface="Times New Roman" panose="02020603050405020304" pitchFamily="18" charset="0"/>
              </a:rPr>
              <a:t>Why Agile and not Waterfall?</a:t>
            </a:r>
          </a:p>
        </p:txBody>
      </p:sp>
      <p:sp>
        <p:nvSpPr>
          <p:cNvPr id="3" name="Content Placeholder 2">
            <a:extLst>
              <a:ext uri="{FF2B5EF4-FFF2-40B4-BE49-F238E27FC236}">
                <a16:creationId xmlns:a16="http://schemas.microsoft.com/office/drawing/2014/main" id="{BAFD2F32-F1DA-4551-8629-9BEDFCA38B54}"/>
              </a:ext>
            </a:extLst>
          </p:cNvPr>
          <p:cNvSpPr>
            <a:spLocks noGrp="1"/>
          </p:cNvSpPr>
          <p:nvPr>
            <p:ph idx="1"/>
          </p:nvPr>
        </p:nvSpPr>
        <p:spPr>
          <a:xfrm>
            <a:off x="6095999" y="882315"/>
            <a:ext cx="5254754" cy="5294647"/>
          </a:xfrm>
        </p:spPr>
        <p:txBody>
          <a:bodyPr>
            <a:normAutofit/>
          </a:bodyPr>
          <a:lstStyle/>
          <a:p>
            <a:pPr marL="0" indent="0">
              <a:buNone/>
            </a:pPr>
            <a:r>
              <a:rPr lang="en-US" sz="2200" dirty="0"/>
              <a:t>If we would have taken a Waterfall approach on the SNHU Travel project, things would not have gone as smoothly.</a:t>
            </a:r>
          </a:p>
          <a:p>
            <a:pPr marL="0" indent="0">
              <a:buNone/>
            </a:pPr>
            <a:r>
              <a:rPr lang="en-US" sz="2200" dirty="0"/>
              <a:t>We went in with little exact information, so the likely hood of change was high.</a:t>
            </a:r>
          </a:p>
          <a:p>
            <a:pPr marL="0" indent="0">
              <a:buNone/>
            </a:pPr>
            <a:r>
              <a:rPr lang="en-US" sz="2200" dirty="0"/>
              <a:t>We should still do upfront planning, but not try to anticipate change, rather accept it and work through it.</a:t>
            </a:r>
          </a:p>
          <a:p>
            <a:pPr marL="0" indent="0">
              <a:buNone/>
            </a:pPr>
            <a:r>
              <a:rPr lang="en-US" sz="2200" dirty="0"/>
              <a:t>“The important point is that the terms plan-driven and adaptive are relative—they are not discrete, binary, mutually exclusive alternatives. They should imply a continuous range of approaches with different levels of upfront planning.” (Cobb, 2015)</a:t>
            </a:r>
          </a:p>
        </p:txBody>
      </p:sp>
    </p:spTree>
    <p:extLst>
      <p:ext uri="{BB962C8B-B14F-4D97-AF65-F5344CB8AC3E}">
        <p14:creationId xmlns:p14="http://schemas.microsoft.com/office/powerpoint/2010/main" val="282628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25879C-FC9A-4170-9141-797DB4AD5E7F}"/>
              </a:ext>
            </a:extLst>
          </p:cNvPr>
          <p:cNvSpPr>
            <a:spLocks noGrp="1"/>
          </p:cNvSpPr>
          <p:nvPr>
            <p:ph type="title"/>
          </p:nvPr>
        </p:nvSpPr>
        <p:spPr>
          <a:xfrm>
            <a:off x="841248" y="548640"/>
            <a:ext cx="3600860" cy="5431536"/>
          </a:xfrm>
        </p:spPr>
        <p:txBody>
          <a:bodyPr>
            <a:normAutofit/>
          </a:bodyPr>
          <a:lstStyle/>
          <a:p>
            <a:r>
              <a:rPr lang="en-US" sz="5400" dirty="0">
                <a:latin typeface="Times New Roman" panose="02020603050405020304" pitchFamily="18" charset="0"/>
                <a:cs typeface="Times New Roman" panose="02020603050405020304" pitchFamily="18" charset="0"/>
              </a:rPr>
              <a:t>References</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72FE883-31F2-452D-9C37-11DD6DEEF8B1}"/>
              </a:ext>
            </a:extLst>
          </p:cNvPr>
          <p:cNvSpPr>
            <a:spLocks noGrp="1"/>
          </p:cNvSpPr>
          <p:nvPr>
            <p:ph idx="1"/>
          </p:nvPr>
        </p:nvSpPr>
        <p:spPr>
          <a:xfrm>
            <a:off x="5126418" y="552091"/>
            <a:ext cx="6224335" cy="5431536"/>
          </a:xfrm>
        </p:spPr>
        <p:txBody>
          <a:bodyPr anchor="ctr">
            <a:normAutofit/>
          </a:bodyPr>
          <a:lstStyle/>
          <a:p>
            <a:pPr marL="0" indent="0">
              <a:buNone/>
            </a:pPr>
            <a:r>
              <a:rPr lang="en-US" sz="2200" dirty="0"/>
              <a:t>Cobb, Charles (2015) The Project Manager's Guide to Mastering Agile : Principles and Practices for an Adaptive Approach [7,9,11] </a:t>
            </a:r>
          </a:p>
          <a:p>
            <a:pPr marL="0" indent="0">
              <a:buNone/>
            </a:pPr>
            <a:r>
              <a:rPr lang="en-US" sz="2200" dirty="0"/>
              <a:t>https://web-a-ebscohost-com.ezproxy.snhu.edu/ehost/ebookviewer/ebook/bmxlYmtfXzkzNzAwOV9fQU41?sid=069d56be-544d-4f66-8fb8-39fbed31f764@sessionmgr4006&amp;vid=0&amp;format=EB&amp;rid=1</a:t>
            </a:r>
          </a:p>
        </p:txBody>
      </p:sp>
    </p:spTree>
    <p:extLst>
      <p:ext uri="{BB962C8B-B14F-4D97-AF65-F5344CB8AC3E}">
        <p14:creationId xmlns:p14="http://schemas.microsoft.com/office/powerpoint/2010/main" val="1724668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526</Words>
  <Application>Microsoft Office PowerPoint</Application>
  <PresentationFormat>Widescreen</PresentationFormat>
  <Paragraphs>47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Scrum-Agile Methodology</vt:lpstr>
      <vt:lpstr>Scrum Team Roles</vt:lpstr>
      <vt:lpstr>Scrum Master</vt:lpstr>
      <vt:lpstr>Product Owner</vt:lpstr>
      <vt:lpstr>Developer</vt:lpstr>
      <vt:lpstr>Tester</vt:lpstr>
      <vt:lpstr>The Scrum Framework</vt:lpstr>
      <vt:lpstr>Sprint Planning</vt:lpstr>
      <vt:lpstr>Daily Standup</vt:lpstr>
      <vt:lpstr>Sprint Retrospective</vt:lpstr>
      <vt:lpstr>Why Agile and not Waterfall?</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Scrum-Agile Methodology</dc:title>
  <dc:creator>Durbin, Franklin</dc:creator>
  <cp:lastModifiedBy>Franklin The Carry</cp:lastModifiedBy>
  <cp:revision>1</cp:revision>
  <dcterms:created xsi:type="dcterms:W3CDTF">2021-08-16T08:44:06Z</dcterms:created>
  <dcterms:modified xsi:type="dcterms:W3CDTF">2021-08-16T09:45:55Z</dcterms:modified>
</cp:coreProperties>
</file>